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5" r:id="rId4"/>
    <p:sldMasterId id="2147483736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Lato"/>
      <p:regular r:id="rId8"/>
      <p:bold r:id="rId9"/>
      <p:italic r:id="rId10"/>
      <p:boldItalic r:id="rId11"/>
    </p:embeddedFont>
    <p:embeddedFont>
      <p:font typeface="Montserrat"/>
      <p:regular r:id="rId12"/>
      <p:bold r:id="rId13"/>
      <p:italic r:id="rId14"/>
      <p:boldItalic r:id="rId15"/>
    </p:embeddedFon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Lato-regular.fntdata"/><Relationship Id="rId11" Type="http://schemas.openxmlformats.org/officeDocument/2006/relationships/font" Target="fonts/Lato-boldItalic.fntdata"/><Relationship Id="rId10" Type="http://schemas.openxmlformats.org/officeDocument/2006/relationships/font" Target="fonts/Lato-italic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6" Type="http://schemas.openxmlformats.org/officeDocument/2006/relationships/font" Target="fonts/ArialBla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aca87867d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aca87867d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2-Line Title">
  <p:cSld name="Multi-use layout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65760" y="1122367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343500"/>
            <a:ext cx="1371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1">
  <p:cSld name="Multi-use layout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3" y="3761952"/>
            <a:ext cx="9143997" cy="1371564"/>
            <a:chOff x="-10" y="3735321"/>
            <a:chExt cx="9139427" cy="1408177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2">
              <a:alphaModFix amt="29000"/>
            </a:blip>
            <a:srcRect b="139" l="0" r="0" t="139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 rotWithShape="1">
            <a:blip r:embed="rId3">
              <a:alphaModFix amt="29000"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 rotWithShape="1">
            <a:blip r:embed="rId4">
              <a:alphaModFix amt="29000"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2">
  <p:cSld name="Multi-use layout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0" y="4370576"/>
            <a:ext cx="9144001" cy="772925"/>
            <a:chOff x="0" y="4370576"/>
            <a:chExt cx="9144001" cy="772925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2">
              <a:alphaModFix amt="29000"/>
            </a:blip>
            <a:srcRect b="43663" l="0" r="0" t="140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 rotWithShape="1">
            <a:blip r:embed="rId3">
              <a:alphaModFix amt="29000"/>
            </a:blip>
            <a:srcRect b="43663" l="0" r="0" t="140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 amt="29000"/>
            </a:blip>
            <a:srcRect b="43663" l="0" r="0" t="140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7" name="Google Shape;47;p5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Arrows">
  <p:cSld name="Multi-use layout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22839" r="0" t="0"/>
          <a:stretch/>
        </p:blipFill>
        <p:spPr>
          <a:xfrm flipH="1">
            <a:off x="7782375" y="2935675"/>
            <a:ext cx="1368150" cy="19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">
  <p:cSld name="One Column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idx="1" type="body"/>
          </p:nvPr>
        </p:nvSpPr>
        <p:spPr>
          <a:xfrm>
            <a:off x="365750" y="1371600"/>
            <a:ext cx="62613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365750" y="274323"/>
            <a:ext cx="83211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/>
          <p:nvPr>
            <p:ph idx="2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66" name="Google Shape;66;p7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Layout">
  <p:cSld name="One Column Layout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365750" y="274323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365750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2" type="body"/>
          </p:nvPr>
        </p:nvSpPr>
        <p:spPr>
          <a:xfrm>
            <a:off x="4617721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75" name="Google Shape;75;p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Layout">
  <p:cSld name="One Column Layout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365750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3169031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0" name="Google Shape;80;p9"/>
          <p:cNvSpPr txBox="1"/>
          <p:nvPr>
            <p:ph idx="3" type="body"/>
          </p:nvPr>
        </p:nvSpPr>
        <p:spPr>
          <a:xfrm>
            <a:off x="6127925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5" name="Google Shape;85;p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Layout">
  <p:cSld name="One Column Layout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457195" y="4846508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36575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1" name="Google Shape;91;p10"/>
          <p:cNvSpPr txBox="1"/>
          <p:nvPr>
            <p:ph idx="2" type="body"/>
          </p:nvPr>
        </p:nvSpPr>
        <p:spPr>
          <a:xfrm>
            <a:off x="2459408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2" name="Google Shape;92;p10"/>
          <p:cNvSpPr txBox="1"/>
          <p:nvPr>
            <p:ph idx="3" type="body"/>
          </p:nvPr>
        </p:nvSpPr>
        <p:spPr>
          <a:xfrm>
            <a:off x="4673192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3" name="Google Shape;93;p10"/>
          <p:cNvSpPr txBox="1"/>
          <p:nvPr>
            <p:ph idx="4" type="body"/>
          </p:nvPr>
        </p:nvSpPr>
        <p:spPr>
          <a:xfrm>
            <a:off x="688700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4" name="Google Shape;94;p10"/>
          <p:cNvSpPr/>
          <p:nvPr/>
        </p:nvSpPr>
        <p:spPr>
          <a:xfrm>
            <a:off x="660640" y="486709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96" name="Google Shape;96;p1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291700" y="0"/>
            <a:ext cx="685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65750" y="274320"/>
            <a:ext cx="192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cap="none">
                <a:solidFill>
                  <a:schemeClr val="dk1"/>
                </a:solidFill>
              </a:defRPr>
            </a:lvl1pPr>
            <a:lvl2pPr indent="-342900" lvl="1" marL="9144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indent="-342900" lvl="2" marL="13716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3pPr>
            <a:lvl4pPr indent="-317500" lvl="3" marL="18288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indent="-317500" lvl="4" marL="22860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indent="-317500" lvl="5" marL="27432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indent="-317500" lvl="6" marL="32004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indent="-317500" lvl="7" marL="36576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indent="-317500" lvl="8" marL="411480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/>
          <p:nvPr>
            <p:ph idx="2" type="body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4" name="Google Shape;104;p11"/>
          <p:cNvSpPr/>
          <p:nvPr/>
        </p:nvSpPr>
        <p:spPr>
          <a:xfrm>
            <a:off x="6369225" y="228600"/>
            <a:ext cx="1322446" cy="1414662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2295101" y="2767075"/>
            <a:ext cx="2772174" cy="2372082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b="0" l="16763" r="0" t="0"/>
          <a:stretch/>
        </p:blipFill>
        <p:spPr>
          <a:xfrm rot="10800000">
            <a:off x="7338076" y="640000"/>
            <a:ext cx="1805925" cy="23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Left Bar">
  <p:cSld name="Agenda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 flipH="1">
            <a:off x="-775" y="0"/>
            <a:ext cx="2743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365750" y="274320"/>
            <a:ext cx="237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b="1" i="0" sz="2600" cap="none">
                <a:solidFill>
                  <a:srgbClr val="FFFFFF"/>
                </a:solidFill>
              </a:defRPr>
            </a:lvl1pPr>
            <a:lvl2pPr indent="-3429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indent="-342900" lvl="2" marL="13716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 sz="1800">
                <a:solidFill>
                  <a:srgbClr val="FFFFFF"/>
                </a:solidFill>
              </a:defRPr>
            </a:lvl3pPr>
            <a:lvl4pPr indent="-317500" lvl="3" marL="18288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indent="-317500" lvl="4" marL="22860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indent="-317500" lvl="5" marL="27432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indent="-317500" lvl="6" marL="32004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indent="-317500" lvl="7" marL="36576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indent="-317500" lvl="8" marL="411480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1" name="Google Shape;111;p1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FFFFFF"/>
                </a:solidFill>
              </a:rPr>
              <a:t>2025</a:t>
            </a: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/>
          <p:nvPr>
            <p:ph idx="2" type="body"/>
          </p:nvPr>
        </p:nvSpPr>
        <p:spPr>
          <a:xfrm>
            <a:off x="365750" y="1291650"/>
            <a:ext cx="2210400" cy="256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">
  <p:cSld name="Split Layou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6024563" y="257175"/>
            <a:ext cx="1488103" cy="159186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574381" y="2416970"/>
            <a:ext cx="3186406" cy="2726531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7184151" y="634350"/>
            <a:ext cx="1959849" cy="2806348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6491288" y="2753536"/>
            <a:ext cx="1576390" cy="168630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indent="-342900" lvl="2" marL="1371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indent="-342900" lvl="3" marL="18288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indent="-342900" lvl="4" marL="22860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indent="-342900" lvl="5" marL="27432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indent="-342900" lvl="6" marL="3200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indent="-342900" lvl="7" marL="3657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indent="-342900" lvl="8" marL="411480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type="title"/>
          </p:nvPr>
        </p:nvSpPr>
        <p:spPr>
          <a:xfrm>
            <a:off x="365755" y="274320"/>
            <a:ext cx="39789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b="9584" l="13584" r="0" t="0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8067676" y="228601"/>
            <a:ext cx="1077917" cy="1543491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>
            <p:ph idx="2" type="body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Data Cloud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">
  <p:cSld name="Data Cloud_1_1">
    <p:bg>
      <p:bgPr>
        <a:solidFill>
          <a:schemeClr val="accen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38" name="Google Shape;138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42" name="Google Shape;142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5"/>
            <p:cNvPicPr preferRelativeResize="0"/>
            <p:nvPr/>
          </p:nvPicPr>
          <p:blipFill rotWithShape="1">
            <a:blip r:embed="rId4">
              <a:alphaModFix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5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/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2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>
            <p:ph idx="3" type="title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i="0" sz="4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Data Cloud_1_1_3_2">
    <p:bg>
      <p:bgPr>
        <a:solidFill>
          <a:schemeClr val="accen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6"/>
          <p:cNvGrpSpPr/>
          <p:nvPr/>
        </p:nvGrpSpPr>
        <p:grpSpPr>
          <a:xfrm>
            <a:off x="-2" y="2914850"/>
            <a:ext cx="9143627" cy="2228425"/>
            <a:chOff x="-834856" y="2711517"/>
            <a:chExt cx="9978858" cy="2431981"/>
          </a:xfrm>
        </p:grpSpPr>
        <p:pic>
          <p:nvPicPr>
            <p:cNvPr id="152" name="Google Shape;152;p16"/>
            <p:cNvPicPr preferRelativeResize="0"/>
            <p:nvPr/>
          </p:nvPicPr>
          <p:blipFill rotWithShape="1">
            <a:blip r:embed="rId2">
              <a:alphaModFix amt="85000"/>
            </a:blip>
            <a:srcRect b="30782" l="45992" r="0" t="24707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6"/>
            <p:cNvPicPr preferRelativeResize="0"/>
            <p:nvPr/>
          </p:nvPicPr>
          <p:blipFill rotWithShape="1">
            <a:blip r:embed="rId3">
              <a:alphaModFix amt="85000"/>
            </a:blip>
            <a:srcRect b="30786" l="0" r="1931" t="25271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6600" y="1188725"/>
            <a:ext cx="7403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8" name="Google Shape;158;p16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3">
  <p:cSld name="Data Cloud_1_1_3_1">
    <p:bg>
      <p:bgPr>
        <a:solidFill>
          <a:schemeClr val="accen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7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161" name="Google Shape;161;p17"/>
            <p:cNvPicPr preferRelativeResize="0"/>
            <p:nvPr/>
          </p:nvPicPr>
          <p:blipFill rotWithShape="1">
            <a:blip r:embed="rId2">
              <a:alphaModFix/>
            </a:blip>
            <a:srcRect b="10228" l="37919" r="0" t="24705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7"/>
            <p:cNvPicPr preferRelativeResize="0"/>
            <p:nvPr/>
          </p:nvPicPr>
          <p:blipFill rotWithShape="1">
            <a:blip r:embed="rId3">
              <a:alphaModFix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17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65" name="Google Shape;165;p17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17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4">
  <p:cSld name="Data Cloud_1_1_2">
    <p:bg>
      <p:bgPr>
        <a:solidFill>
          <a:schemeClr val="accen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18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/ Customer Logo">
  <p:cSld name="Data Cloud_1_1_1">
    <p:bg>
      <p:bgPr>
        <a:solidFill>
          <a:schemeClr val="accen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6" name="Google Shape;176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9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9" name="Google Shape;179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9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 txBox="1"/>
          <p:nvPr>
            <p:ph type="title"/>
          </p:nvPr>
        </p:nvSpPr>
        <p:spPr>
          <a:xfrm>
            <a:off x="366600" y="1188725"/>
            <a:ext cx="573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19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19"/>
          <p:cNvSpPr/>
          <p:nvPr/>
        </p:nvSpPr>
        <p:spPr>
          <a:xfrm>
            <a:off x="6097525" y="0"/>
            <a:ext cx="3046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1 (No Graphics)">
  <p:cSld name="Quote - Violet_1_1">
    <p:bg>
      <p:bgPr>
        <a:solidFill>
          <a:schemeClr val="dk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20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2">
  <p:cSld name="Quote - Violet_1_1_2_1"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2">
            <a:alphaModFix amt="27000"/>
          </a:blip>
          <a:srcRect b="0" l="21476" r="0" t="0"/>
          <a:stretch/>
        </p:blipFill>
        <p:spPr>
          <a:xfrm flipH="1">
            <a:off x="7048002" y="1780300"/>
            <a:ext cx="2095998" cy="29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20792" r="0" t="10992"/>
          <a:stretch/>
        </p:blipFill>
        <p:spPr>
          <a:xfrm>
            <a:off x="0" y="0"/>
            <a:ext cx="1320175" cy="161522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3">
  <p:cSld name="Quote - Violet_1_1_2_1_1">
    <p:bg>
      <p:bgPr>
        <a:solidFill>
          <a:schemeClr val="dk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2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00" name="Google Shape;200;p22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2"/>
            <p:cNvPicPr preferRelativeResize="0"/>
            <p:nvPr/>
          </p:nvPicPr>
          <p:blipFill rotWithShape="1">
            <a:blip r:embed="rId3">
              <a:alphaModFix amt="72000"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2"/>
            <p:cNvPicPr preferRelativeResize="0"/>
            <p:nvPr/>
          </p:nvPicPr>
          <p:blipFill rotWithShape="1">
            <a:blip r:embed="rId4">
              <a:alphaModFix amt="72000"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22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4">
  <p:cSld name="Quote - Violet_1_1_2_1_1_1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3"/>
          <p:cNvGrpSpPr/>
          <p:nvPr/>
        </p:nvGrpSpPr>
        <p:grpSpPr>
          <a:xfrm>
            <a:off x="4" y="1803975"/>
            <a:ext cx="9143996" cy="3339526"/>
            <a:chOff x="4" y="1803975"/>
            <a:chExt cx="9143996" cy="3339526"/>
          </a:xfrm>
        </p:grpSpPr>
        <p:pic>
          <p:nvPicPr>
            <p:cNvPr id="210" name="Google Shape;210;p23"/>
            <p:cNvPicPr preferRelativeResize="0"/>
            <p:nvPr/>
          </p:nvPicPr>
          <p:blipFill rotWithShape="1">
            <a:blip r:embed="rId2">
              <a:alphaModFix amt="57000"/>
            </a:blip>
            <a:srcRect b="34253" l="32605" r="0" t="0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3"/>
            <p:cNvPicPr preferRelativeResize="0"/>
            <p:nvPr/>
          </p:nvPicPr>
          <p:blipFill rotWithShape="1">
            <a:blip r:embed="rId3">
              <a:alphaModFix amt="57000"/>
            </a:blip>
            <a:srcRect b="34258" l="0" r="17498" t="0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5">
  <p:cSld name="Quote - Violet_1_1_2_1_1_1_1"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24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217" name="Google Shape;217;p24"/>
            <p:cNvPicPr preferRelativeResize="0"/>
            <p:nvPr/>
          </p:nvPicPr>
          <p:blipFill rotWithShape="1">
            <a:blip r:embed="rId2">
              <a:alphaModFix amt="58000"/>
            </a:blip>
            <a:srcRect b="10228" l="37919" r="0" t="24705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4"/>
            <p:cNvPicPr preferRelativeResize="0"/>
            <p:nvPr/>
          </p:nvPicPr>
          <p:blipFill rotWithShape="1">
            <a:blip r:embed="rId3">
              <a:alphaModFix amt="58000"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">
  <p:cSld name="Quote - Violet_1_1_1">
    <p:bg>
      <p:bgPr>
        <a:solidFill>
          <a:schemeClr val="dk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p25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5" name="Google Shape;225;p25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26" name="Google Shape;226;p25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5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White">
  <p:cSld name="Quote - Violet_1_1_1_3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1" sz="4200" cap="none">
                <a:solidFill>
                  <a:schemeClr val="dk1"/>
                </a:solidFill>
              </a:defRPr>
            </a:lvl1pPr>
            <a:lvl2pPr indent="-3429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1" name="Google Shape;231;p26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32" name="Google Shape;232;p26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b="1" sz="1600"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 w/ Photo">
  <p:cSld name="Quote - Violet_1_1_1_2">
    <p:bg>
      <p:bgPr>
        <a:solidFill>
          <a:schemeClr val="dk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idx="1" type="body"/>
          </p:nvPr>
        </p:nvSpPr>
        <p:spPr>
          <a:xfrm>
            <a:off x="365750" y="1331975"/>
            <a:ext cx="60765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p27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3" name="Google Shape;243;p27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44" name="Google Shape;244;p27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27"/>
          <p:cNvSpPr txBox="1"/>
          <p:nvPr>
            <p:ph idx="2" type="subTitle"/>
          </p:nvPr>
        </p:nvSpPr>
        <p:spPr>
          <a:xfrm>
            <a:off x="3017525" y="3999997"/>
            <a:ext cx="4206300" cy="68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0" y="1120200"/>
            <a:ext cx="9144000" cy="40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28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2">
  <p:cSld name="Thank You_1">
    <p:bg>
      <p:bgPr>
        <a:solidFill>
          <a:schemeClr val="accen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0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30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63" name="Google Shape;263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0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0"/>
            <p:cNvPicPr preferRelativeResize="0"/>
            <p:nvPr/>
          </p:nvPicPr>
          <p:blipFill rotWithShape="1">
            <a:blip r:embed="rId4">
              <a:alphaModFix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1">
  <p:cSld name="Multi-use layout_3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/>
          <p:nvPr>
            <p:ph idx="1" type="body"/>
          </p:nvPr>
        </p:nvSpPr>
        <p:spPr>
          <a:xfrm>
            <a:off x="345196" y="228600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31"/>
          <p:cNvSpPr txBox="1"/>
          <p:nvPr>
            <p:ph idx="2" type="body"/>
          </p:nvPr>
        </p:nvSpPr>
        <p:spPr>
          <a:xfrm>
            <a:off x="345196" y="592574"/>
            <a:ext cx="8453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31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1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31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_image">
  <p:cSld name="One Column Layout_image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2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i="0"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4686300" y="1417298"/>
            <a:ext cx="4038600" cy="328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/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77" name="Google Shape;277;p32"/>
          <p:cNvSpPr txBox="1"/>
          <p:nvPr>
            <p:ph idx="2" type="body"/>
          </p:nvPr>
        </p:nvSpPr>
        <p:spPr>
          <a:xfrm>
            <a:off x="354559" y="1417638"/>
            <a:ext cx="40005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91450" spcFirstLastPara="1" rIns="45725" wrap="square" tIns="22850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/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78" name="Google Shape;278;p32"/>
          <p:cNvSpPr txBox="1"/>
          <p:nvPr>
            <p:ph type="title"/>
          </p:nvPr>
        </p:nvSpPr>
        <p:spPr>
          <a:xfrm>
            <a:off x="365760" y="274320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2"/>
          <p:cNvSpPr txBox="1"/>
          <p:nvPr>
            <p:ph idx="3" type="subTitle"/>
          </p:nvPr>
        </p:nvSpPr>
        <p:spPr>
          <a:xfrm>
            <a:off x="365760" y="655868"/>
            <a:ext cx="8344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80" name="Google Shape;280;p32"/>
          <p:cNvSpPr/>
          <p:nvPr/>
        </p:nvSpPr>
        <p:spPr>
          <a:xfrm>
            <a:off x="0" y="343806"/>
            <a:ext cx="137100" cy="3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twoColTx">
  <p:cSld name="TITLE_AND_TWO_COLUMNS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335250" y="111764"/>
            <a:ext cx="84735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2023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2">
  <p:cSld name="Multi-use layout_4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4"/>
          <p:cNvSpPr txBox="1"/>
          <p:nvPr>
            <p:ph type="title"/>
          </p:nvPr>
        </p:nvSpPr>
        <p:spPr>
          <a:xfrm>
            <a:off x="367897" y="228600"/>
            <a:ext cx="8344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4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91" name="Google Shape;291;p34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4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Text Box Slide" type="tx">
  <p:cSld name="TITLE_AND_BODY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433650" y="1152475"/>
            <a:ext cx="841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1pPr>
            <a:lvl2pPr indent="-311150" lvl="1" marL="9144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2pPr>
            <a:lvl3pPr indent="-311150" lvl="2" marL="13716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3pPr>
            <a:lvl4pPr indent="-311150" lvl="3" marL="18288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4pPr>
            <a:lvl5pPr indent="-311150" lvl="4" marL="22860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5pPr>
            <a:lvl6pPr indent="-311150" lvl="5" marL="27432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6pPr>
            <a:lvl7pPr indent="-311150" lvl="6" marL="32004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7pPr>
            <a:lvl8pPr indent="-311150" lvl="7" marL="36576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8pPr>
            <a:lvl9pPr indent="-311150" lvl="8" marL="4114800">
              <a:spcBef>
                <a:spcPts val="1000"/>
              </a:spcBef>
              <a:spcAft>
                <a:spcPts val="100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296" name="Google Shape;296;p35"/>
          <p:cNvSpPr txBox="1"/>
          <p:nvPr>
            <p:ph idx="12" type="sldNum"/>
          </p:nvPr>
        </p:nvSpPr>
        <p:spPr>
          <a:xfrm>
            <a:off x="8472458" y="4663217"/>
            <a:ext cx="548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35"/>
          <p:cNvSpPr/>
          <p:nvPr/>
        </p:nvSpPr>
        <p:spPr>
          <a:xfrm>
            <a:off x="3556061" y="4868510"/>
            <a:ext cx="203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99999"/>
                </a:solidFill>
                <a:highlight>
                  <a:schemeClr val="lt1"/>
                </a:highlight>
              </a:rPr>
              <a:t>Internal Use Only – Do Not Distribute</a:t>
            </a:r>
            <a:endParaRPr b="0" i="0" sz="600" u="none" cap="none" strike="noStrike">
              <a:solidFill>
                <a:srgbClr val="999999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5"/>
          <p:cNvSpPr txBox="1"/>
          <p:nvPr>
            <p:ph type="title"/>
          </p:nvPr>
        </p:nvSpPr>
        <p:spPr>
          <a:xfrm>
            <a:off x="446550" y="264625"/>
            <a:ext cx="81948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5"/>
          <p:cNvSpPr txBox="1"/>
          <p:nvPr>
            <p:ph idx="2" type="subTitle"/>
          </p:nvPr>
        </p:nvSpPr>
        <p:spPr>
          <a:xfrm>
            <a:off x="457200" y="745425"/>
            <a:ext cx="6954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3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2 1">
  <p:cSld name="Multi-use layout_4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6"/>
          <p:cNvSpPr txBox="1"/>
          <p:nvPr>
            <p:ph type="title"/>
          </p:nvPr>
        </p:nvSpPr>
        <p:spPr>
          <a:xfrm>
            <a:off x="367897" y="228600"/>
            <a:ext cx="8344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308" name="Google Shape;308;p36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4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2-Line Title 2">
  <p:cSld name="Multi-use layout w/ 2-Line Title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7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 txBox="1"/>
          <p:nvPr>
            <p:ph type="title"/>
          </p:nvPr>
        </p:nvSpPr>
        <p:spPr>
          <a:xfrm>
            <a:off x="365760" y="274320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6" name="Google Shape;316;p37"/>
          <p:cNvSpPr txBox="1"/>
          <p:nvPr>
            <p:ph idx="1" type="subTitle"/>
          </p:nvPr>
        </p:nvSpPr>
        <p:spPr>
          <a:xfrm>
            <a:off x="365760" y="1017445"/>
            <a:ext cx="8344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/>
            </a:lvl1pPr>
            <a:lvl2pPr lvl="1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17" name="Google Shape;317;p37"/>
          <p:cNvSpPr/>
          <p:nvPr/>
        </p:nvSpPr>
        <p:spPr>
          <a:xfrm>
            <a:off x="0" y="343805"/>
            <a:ext cx="137100" cy="7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Layout w Titles">
  <p:cSld name="Three Column Layout w Titles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8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i="0"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8"/>
          <p:cNvSpPr txBox="1"/>
          <p:nvPr>
            <p:ph idx="1" type="body"/>
          </p:nvPr>
        </p:nvSpPr>
        <p:spPr>
          <a:xfrm>
            <a:off x="354558" y="1354041"/>
            <a:ext cx="25791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50" spcFirstLastPara="1" rIns="45725" wrap="square" tIns="2285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23" name="Google Shape;323;p38"/>
          <p:cNvSpPr txBox="1"/>
          <p:nvPr>
            <p:ph idx="2" type="body"/>
          </p:nvPr>
        </p:nvSpPr>
        <p:spPr>
          <a:xfrm>
            <a:off x="3178606" y="1355610"/>
            <a:ext cx="26841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50" spcFirstLastPara="1" rIns="45725" wrap="square" tIns="2285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24" name="Google Shape;324;p38"/>
          <p:cNvSpPr txBox="1"/>
          <p:nvPr>
            <p:ph idx="3" type="body"/>
          </p:nvPr>
        </p:nvSpPr>
        <p:spPr>
          <a:xfrm>
            <a:off x="6107841" y="1354041"/>
            <a:ext cx="26172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50" spcFirstLastPara="1" rIns="45725" wrap="square" tIns="2285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25" name="Google Shape;325;p38"/>
          <p:cNvSpPr txBox="1"/>
          <p:nvPr>
            <p:ph idx="4" type="body"/>
          </p:nvPr>
        </p:nvSpPr>
        <p:spPr>
          <a:xfrm>
            <a:off x="354558" y="1764770"/>
            <a:ext cx="2579100" cy="29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91450" spcFirstLastPara="1" rIns="45725" wrap="square" tIns="22850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/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26" name="Google Shape;326;p38"/>
          <p:cNvSpPr txBox="1"/>
          <p:nvPr>
            <p:ph idx="5" type="body"/>
          </p:nvPr>
        </p:nvSpPr>
        <p:spPr>
          <a:xfrm>
            <a:off x="3178605" y="1764770"/>
            <a:ext cx="2682300" cy="29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91450" spcFirstLastPara="1" rIns="45725" wrap="square" tIns="22850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/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27" name="Google Shape;327;p38"/>
          <p:cNvSpPr txBox="1"/>
          <p:nvPr>
            <p:ph idx="6" type="body"/>
          </p:nvPr>
        </p:nvSpPr>
        <p:spPr>
          <a:xfrm>
            <a:off x="6107843" y="1764430"/>
            <a:ext cx="2617200" cy="29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91450" spcFirstLastPara="1" rIns="45725" wrap="square" tIns="22850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/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28" name="Google Shape;328;p38"/>
          <p:cNvSpPr txBox="1"/>
          <p:nvPr>
            <p:ph type="title"/>
          </p:nvPr>
        </p:nvSpPr>
        <p:spPr>
          <a:xfrm>
            <a:off x="365760" y="274320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8"/>
          <p:cNvSpPr txBox="1"/>
          <p:nvPr>
            <p:ph idx="7" type="subTitle"/>
          </p:nvPr>
        </p:nvSpPr>
        <p:spPr>
          <a:xfrm>
            <a:off x="365760" y="655868"/>
            <a:ext cx="8344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330" name="Google Shape;330;p38"/>
          <p:cNvSpPr/>
          <p:nvPr/>
        </p:nvSpPr>
        <p:spPr>
          <a:xfrm>
            <a:off x="0" y="343806"/>
            <a:ext cx="137100" cy="3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 1">
  <p:cSld name="Split Layout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" name="Google Shape;333;p39"/>
          <p:cNvSpPr/>
          <p:nvPr/>
        </p:nvSpPr>
        <p:spPr>
          <a:xfrm>
            <a:off x="6024563" y="257175"/>
            <a:ext cx="1488103" cy="159186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9"/>
          <p:cNvSpPr/>
          <p:nvPr/>
        </p:nvSpPr>
        <p:spPr>
          <a:xfrm>
            <a:off x="4574381" y="2416970"/>
            <a:ext cx="3186407" cy="2726531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9"/>
          <p:cNvSpPr/>
          <p:nvPr/>
        </p:nvSpPr>
        <p:spPr>
          <a:xfrm>
            <a:off x="7184151" y="634350"/>
            <a:ext cx="1959849" cy="2806348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9"/>
          <p:cNvSpPr/>
          <p:nvPr/>
        </p:nvSpPr>
        <p:spPr>
          <a:xfrm>
            <a:off x="6491288" y="2753536"/>
            <a:ext cx="1576390" cy="168630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49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9"/>
          <p:cNvSpPr txBox="1"/>
          <p:nvPr>
            <p:ph idx="1" type="body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indent="-342900" lvl="2" marL="1371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indent="-342900" lvl="3" marL="18288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indent="-342900" lvl="4" marL="22860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indent="-342900" lvl="5" marL="27432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indent="-342900" lvl="6" marL="3200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indent="-342900" lvl="7" marL="3657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indent="-342900" lvl="8" marL="411480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339" name="Google Shape;339;p39"/>
          <p:cNvSpPr txBox="1"/>
          <p:nvPr>
            <p:ph type="title"/>
          </p:nvPr>
        </p:nvSpPr>
        <p:spPr>
          <a:xfrm>
            <a:off x="365755" y="228600"/>
            <a:ext cx="3978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39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3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39"/>
          <p:cNvPicPr preferRelativeResize="0"/>
          <p:nvPr/>
        </p:nvPicPr>
        <p:blipFill rotWithShape="1">
          <a:blip r:embed="rId2">
            <a:alphaModFix/>
          </a:blip>
          <a:srcRect b="9584" l="13584" r="0" t="0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9"/>
          <p:cNvSpPr/>
          <p:nvPr/>
        </p:nvSpPr>
        <p:spPr>
          <a:xfrm>
            <a:off x="8067676" y="228601"/>
            <a:ext cx="1077917" cy="1543491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3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9"/>
          <p:cNvSpPr txBox="1"/>
          <p:nvPr>
            <p:ph idx="2" type="body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3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3 1">
  <p:cSld name="Multi-use layout_5_3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4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0"/>
          <p:cNvSpPr txBox="1"/>
          <p:nvPr>
            <p:ph type="title"/>
          </p:nvPr>
        </p:nvSpPr>
        <p:spPr>
          <a:xfrm>
            <a:off x="367897" y="228600"/>
            <a:ext cx="8344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40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352" name="Google Shape;352;p40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0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 Story">
  <p:cSld name="CUSTOM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/>
          <p:nvPr/>
        </p:nvSpPr>
        <p:spPr>
          <a:xfrm>
            <a:off x="110850" y="126800"/>
            <a:ext cx="2086800" cy="83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1"/>
          <p:cNvSpPr/>
          <p:nvPr/>
        </p:nvSpPr>
        <p:spPr>
          <a:xfrm>
            <a:off x="-9175" y="0"/>
            <a:ext cx="2471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41"/>
          <p:cNvPicPr preferRelativeResize="0"/>
          <p:nvPr/>
        </p:nvPicPr>
        <p:blipFill rotWithShape="1">
          <a:blip r:embed="rId2">
            <a:alphaModFix/>
          </a:blip>
          <a:srcRect b="37532" l="31406" r="32056" t="35443"/>
          <a:stretch/>
        </p:blipFill>
        <p:spPr>
          <a:xfrm>
            <a:off x="7917475" y="229790"/>
            <a:ext cx="998356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08" y="456695"/>
            <a:ext cx="1385426" cy="35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1"/>
          <p:cNvSpPr/>
          <p:nvPr/>
        </p:nvSpPr>
        <p:spPr>
          <a:xfrm>
            <a:off x="237525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1"/>
          <p:cNvSpPr/>
          <p:nvPr/>
        </p:nvSpPr>
        <p:spPr>
          <a:xfrm>
            <a:off x="110850" y="-432150"/>
            <a:ext cx="2086800" cy="1389900"/>
          </a:xfrm>
          <a:prstGeom prst="roundRect">
            <a:avLst>
              <a:gd fmla="val 3369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1"/>
          <p:cNvSpPr/>
          <p:nvPr/>
        </p:nvSpPr>
        <p:spPr>
          <a:xfrm>
            <a:off x="-9050" y="-528950"/>
            <a:ext cx="2471700" cy="5097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1"/>
          <p:cNvSpPr/>
          <p:nvPr/>
        </p:nvSpPr>
        <p:spPr>
          <a:xfrm>
            <a:off x="2689375" y="1177575"/>
            <a:ext cx="205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        PROBLEM</a:t>
            </a:r>
            <a:endParaRPr b="1" sz="1500">
              <a:solidFill>
                <a:schemeClr val="dk2"/>
              </a:solidFill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</a:endParaRPr>
          </a:p>
        </p:txBody>
      </p:sp>
      <p:sp>
        <p:nvSpPr>
          <p:cNvPr id="364" name="Google Shape;364;p41"/>
          <p:cNvSpPr/>
          <p:nvPr/>
        </p:nvSpPr>
        <p:spPr>
          <a:xfrm>
            <a:off x="4853875" y="1177575"/>
            <a:ext cx="205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        SOLUTION</a:t>
            </a:r>
            <a:endParaRPr b="1" sz="1500">
              <a:solidFill>
                <a:schemeClr val="dk2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</a:endParaRPr>
          </a:p>
        </p:txBody>
      </p:sp>
      <p:sp>
        <p:nvSpPr>
          <p:cNvPr id="365" name="Google Shape;365;p41"/>
          <p:cNvSpPr/>
          <p:nvPr/>
        </p:nvSpPr>
        <p:spPr>
          <a:xfrm>
            <a:off x="7018375" y="1177575"/>
            <a:ext cx="205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        RESULTS</a:t>
            </a:r>
            <a:endParaRPr b="1" sz="1500">
              <a:solidFill>
                <a:schemeClr val="dk2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</a:endParaRPr>
          </a:p>
        </p:txBody>
      </p:sp>
      <p:grpSp>
        <p:nvGrpSpPr>
          <p:cNvPr id="366" name="Google Shape;366;p41"/>
          <p:cNvGrpSpPr/>
          <p:nvPr/>
        </p:nvGrpSpPr>
        <p:grpSpPr>
          <a:xfrm>
            <a:off x="4853868" y="1177564"/>
            <a:ext cx="330445" cy="330445"/>
            <a:chOff x="4124995" y="188535"/>
            <a:chExt cx="605100" cy="605100"/>
          </a:xfrm>
        </p:grpSpPr>
        <p:sp>
          <p:nvSpPr>
            <p:cNvPr id="367" name="Google Shape;367;p41"/>
            <p:cNvSpPr/>
            <p:nvPr/>
          </p:nvSpPr>
          <p:spPr>
            <a:xfrm>
              <a:off x="4124995" y="188535"/>
              <a:ext cx="605100" cy="605100"/>
            </a:xfrm>
            <a:prstGeom prst="ellipse">
              <a:avLst/>
            </a:prstGeom>
            <a:solidFill>
              <a:srgbClr val="28B5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1"/>
            <p:cNvSpPr/>
            <p:nvPr/>
          </p:nvSpPr>
          <p:spPr>
            <a:xfrm>
              <a:off x="4267781" y="317337"/>
              <a:ext cx="319565" cy="347532"/>
            </a:xfrm>
            <a:custGeom>
              <a:rect b="b" l="l" r="r" t="t"/>
              <a:pathLst>
                <a:path extrusionOk="0" h="8997" w="8273">
                  <a:moveTo>
                    <a:pt x="4202" y="0"/>
                  </a:moveTo>
                  <a:cubicBezTo>
                    <a:pt x="4015" y="0"/>
                    <a:pt x="3862" y="152"/>
                    <a:pt x="3862" y="339"/>
                  </a:cubicBezTo>
                  <a:lnTo>
                    <a:pt x="3862" y="1176"/>
                  </a:lnTo>
                  <a:cubicBezTo>
                    <a:pt x="3862" y="1364"/>
                    <a:pt x="4015" y="1516"/>
                    <a:pt x="4202" y="1516"/>
                  </a:cubicBezTo>
                  <a:cubicBezTo>
                    <a:pt x="4389" y="1516"/>
                    <a:pt x="4542" y="1364"/>
                    <a:pt x="4542" y="1176"/>
                  </a:cubicBezTo>
                  <a:lnTo>
                    <a:pt x="4542" y="339"/>
                  </a:lnTo>
                  <a:cubicBezTo>
                    <a:pt x="4542" y="152"/>
                    <a:pt x="4389" y="0"/>
                    <a:pt x="4202" y="0"/>
                  </a:cubicBezTo>
                  <a:close/>
                  <a:moveTo>
                    <a:pt x="1498" y="1063"/>
                  </a:moveTo>
                  <a:cubicBezTo>
                    <a:pt x="1411" y="1063"/>
                    <a:pt x="1325" y="1096"/>
                    <a:pt x="1258" y="1163"/>
                  </a:cubicBezTo>
                  <a:cubicBezTo>
                    <a:pt x="1124" y="1297"/>
                    <a:pt x="1124" y="1512"/>
                    <a:pt x="1258" y="1644"/>
                  </a:cubicBezTo>
                  <a:lnTo>
                    <a:pt x="1852" y="2237"/>
                  </a:lnTo>
                  <a:cubicBezTo>
                    <a:pt x="1917" y="2304"/>
                    <a:pt x="2005" y="2336"/>
                    <a:pt x="2092" y="2336"/>
                  </a:cubicBezTo>
                  <a:cubicBezTo>
                    <a:pt x="2177" y="2336"/>
                    <a:pt x="2265" y="2304"/>
                    <a:pt x="2331" y="2237"/>
                  </a:cubicBezTo>
                  <a:cubicBezTo>
                    <a:pt x="2465" y="2103"/>
                    <a:pt x="2465" y="1888"/>
                    <a:pt x="2331" y="1756"/>
                  </a:cubicBezTo>
                  <a:lnTo>
                    <a:pt x="1739" y="1163"/>
                  </a:lnTo>
                  <a:cubicBezTo>
                    <a:pt x="1672" y="1096"/>
                    <a:pt x="1585" y="1063"/>
                    <a:pt x="1498" y="1063"/>
                  </a:cubicBezTo>
                  <a:close/>
                  <a:moveTo>
                    <a:pt x="6869" y="1158"/>
                  </a:moveTo>
                  <a:cubicBezTo>
                    <a:pt x="6782" y="1158"/>
                    <a:pt x="6696" y="1191"/>
                    <a:pt x="6629" y="1258"/>
                  </a:cubicBezTo>
                  <a:lnTo>
                    <a:pt x="6036" y="1851"/>
                  </a:lnTo>
                  <a:cubicBezTo>
                    <a:pt x="5903" y="1984"/>
                    <a:pt x="5903" y="2200"/>
                    <a:pt x="6036" y="2332"/>
                  </a:cubicBezTo>
                  <a:cubicBezTo>
                    <a:pt x="6103" y="2399"/>
                    <a:pt x="6191" y="2430"/>
                    <a:pt x="6275" y="2431"/>
                  </a:cubicBezTo>
                  <a:cubicBezTo>
                    <a:pt x="6363" y="2431"/>
                    <a:pt x="6451" y="2399"/>
                    <a:pt x="6517" y="2332"/>
                  </a:cubicBezTo>
                  <a:lnTo>
                    <a:pt x="7108" y="1739"/>
                  </a:lnTo>
                  <a:cubicBezTo>
                    <a:pt x="7242" y="1606"/>
                    <a:pt x="7242" y="1390"/>
                    <a:pt x="7108" y="1258"/>
                  </a:cubicBezTo>
                  <a:cubicBezTo>
                    <a:pt x="7042" y="1191"/>
                    <a:pt x="6955" y="1158"/>
                    <a:pt x="6869" y="1158"/>
                  </a:cubicBezTo>
                  <a:close/>
                  <a:moveTo>
                    <a:pt x="340" y="3731"/>
                  </a:moveTo>
                  <a:cubicBezTo>
                    <a:pt x="151" y="3731"/>
                    <a:pt x="0" y="3884"/>
                    <a:pt x="0" y="4071"/>
                  </a:cubicBezTo>
                  <a:cubicBezTo>
                    <a:pt x="0" y="4258"/>
                    <a:pt x="151" y="4411"/>
                    <a:pt x="340" y="4411"/>
                  </a:cubicBezTo>
                  <a:lnTo>
                    <a:pt x="1176" y="4411"/>
                  </a:lnTo>
                  <a:cubicBezTo>
                    <a:pt x="1365" y="4411"/>
                    <a:pt x="1516" y="4258"/>
                    <a:pt x="1516" y="4071"/>
                  </a:cubicBezTo>
                  <a:cubicBezTo>
                    <a:pt x="1516" y="3884"/>
                    <a:pt x="1365" y="3731"/>
                    <a:pt x="1176" y="3731"/>
                  </a:cubicBezTo>
                  <a:close/>
                  <a:moveTo>
                    <a:pt x="7935" y="3864"/>
                  </a:moveTo>
                  <a:cubicBezTo>
                    <a:pt x="7934" y="3864"/>
                    <a:pt x="7933" y="3864"/>
                    <a:pt x="7933" y="3864"/>
                  </a:cubicBezTo>
                  <a:lnTo>
                    <a:pt x="7097" y="3864"/>
                  </a:lnTo>
                  <a:cubicBezTo>
                    <a:pt x="6908" y="3864"/>
                    <a:pt x="6756" y="4016"/>
                    <a:pt x="6756" y="4204"/>
                  </a:cubicBezTo>
                  <a:cubicBezTo>
                    <a:pt x="6756" y="4391"/>
                    <a:pt x="6908" y="4544"/>
                    <a:pt x="7097" y="4544"/>
                  </a:cubicBezTo>
                  <a:lnTo>
                    <a:pt x="7933" y="4544"/>
                  </a:lnTo>
                  <a:cubicBezTo>
                    <a:pt x="8121" y="4544"/>
                    <a:pt x="8273" y="4391"/>
                    <a:pt x="8273" y="4204"/>
                  </a:cubicBezTo>
                  <a:cubicBezTo>
                    <a:pt x="8273" y="4015"/>
                    <a:pt x="8124" y="3864"/>
                    <a:pt x="7935" y="3864"/>
                  </a:cubicBezTo>
                  <a:close/>
                  <a:moveTo>
                    <a:pt x="4142" y="2342"/>
                  </a:moveTo>
                  <a:cubicBezTo>
                    <a:pt x="5111" y="2342"/>
                    <a:pt x="5903" y="3129"/>
                    <a:pt x="5903" y="4094"/>
                  </a:cubicBezTo>
                  <a:cubicBezTo>
                    <a:pt x="5904" y="4697"/>
                    <a:pt x="5653" y="5201"/>
                    <a:pt x="5199" y="5511"/>
                  </a:cubicBezTo>
                  <a:cubicBezTo>
                    <a:pt x="5116" y="5569"/>
                    <a:pt x="5062" y="5660"/>
                    <a:pt x="5052" y="5762"/>
                  </a:cubicBezTo>
                  <a:lnTo>
                    <a:pt x="3215" y="5762"/>
                  </a:lnTo>
                  <a:cubicBezTo>
                    <a:pt x="3206" y="5661"/>
                    <a:pt x="3154" y="5569"/>
                    <a:pt x="3069" y="5511"/>
                  </a:cubicBezTo>
                  <a:cubicBezTo>
                    <a:pt x="2616" y="5202"/>
                    <a:pt x="2368" y="4700"/>
                    <a:pt x="2368" y="4094"/>
                  </a:cubicBezTo>
                  <a:cubicBezTo>
                    <a:pt x="2368" y="3128"/>
                    <a:pt x="3164" y="2342"/>
                    <a:pt x="4142" y="2342"/>
                  </a:cubicBezTo>
                  <a:close/>
                  <a:moveTo>
                    <a:pt x="5029" y="6196"/>
                  </a:moveTo>
                  <a:lnTo>
                    <a:pt x="4997" y="6816"/>
                  </a:lnTo>
                  <a:lnTo>
                    <a:pt x="3251" y="6524"/>
                  </a:lnTo>
                  <a:lnTo>
                    <a:pt x="3237" y="6196"/>
                  </a:lnTo>
                  <a:close/>
                  <a:moveTo>
                    <a:pt x="3268" y="6969"/>
                  </a:moveTo>
                  <a:lnTo>
                    <a:pt x="4975" y="7254"/>
                  </a:lnTo>
                  <a:lnTo>
                    <a:pt x="4958" y="7566"/>
                  </a:lnTo>
                  <a:lnTo>
                    <a:pt x="3292" y="7566"/>
                  </a:lnTo>
                  <a:lnTo>
                    <a:pt x="3268" y="6969"/>
                  </a:lnTo>
                  <a:close/>
                  <a:moveTo>
                    <a:pt x="4639" y="8245"/>
                  </a:moveTo>
                  <a:cubicBezTo>
                    <a:pt x="4547" y="8430"/>
                    <a:pt x="4358" y="8561"/>
                    <a:pt x="4137" y="8561"/>
                  </a:cubicBezTo>
                  <a:cubicBezTo>
                    <a:pt x="3916" y="8561"/>
                    <a:pt x="3727" y="8430"/>
                    <a:pt x="3634" y="8245"/>
                  </a:cubicBezTo>
                  <a:close/>
                  <a:moveTo>
                    <a:pt x="4143" y="1664"/>
                  </a:moveTo>
                  <a:cubicBezTo>
                    <a:pt x="2790" y="1664"/>
                    <a:pt x="1691" y="2755"/>
                    <a:pt x="1691" y="4094"/>
                  </a:cubicBezTo>
                  <a:cubicBezTo>
                    <a:pt x="1691" y="4856"/>
                    <a:pt x="2000" y="5529"/>
                    <a:pt x="2548" y="5967"/>
                  </a:cubicBezTo>
                  <a:lnTo>
                    <a:pt x="2627" y="7918"/>
                  </a:lnTo>
                  <a:cubicBezTo>
                    <a:pt x="2634" y="8101"/>
                    <a:pt x="2784" y="8245"/>
                    <a:pt x="2965" y="8245"/>
                  </a:cubicBezTo>
                  <a:lnTo>
                    <a:pt x="3176" y="8245"/>
                  </a:lnTo>
                  <a:cubicBezTo>
                    <a:pt x="3285" y="8675"/>
                    <a:pt x="3674" y="8996"/>
                    <a:pt x="4137" y="8996"/>
                  </a:cubicBezTo>
                  <a:cubicBezTo>
                    <a:pt x="4602" y="8996"/>
                    <a:pt x="4989" y="8675"/>
                    <a:pt x="5099" y="8245"/>
                  </a:cubicBezTo>
                  <a:lnTo>
                    <a:pt x="5280" y="8245"/>
                  </a:lnTo>
                  <a:cubicBezTo>
                    <a:pt x="5460" y="8245"/>
                    <a:pt x="5612" y="8104"/>
                    <a:pt x="5620" y="7923"/>
                  </a:cubicBezTo>
                  <a:lnTo>
                    <a:pt x="5723" y="5970"/>
                  </a:lnTo>
                  <a:cubicBezTo>
                    <a:pt x="6272" y="5529"/>
                    <a:pt x="6584" y="4856"/>
                    <a:pt x="6584" y="4094"/>
                  </a:cubicBezTo>
                  <a:cubicBezTo>
                    <a:pt x="6584" y="2752"/>
                    <a:pt x="5488" y="1664"/>
                    <a:pt x="4143" y="16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41"/>
          <p:cNvGrpSpPr/>
          <p:nvPr/>
        </p:nvGrpSpPr>
        <p:grpSpPr>
          <a:xfrm>
            <a:off x="7018372" y="1177564"/>
            <a:ext cx="330445" cy="330445"/>
            <a:chOff x="5652137" y="188535"/>
            <a:chExt cx="605100" cy="605100"/>
          </a:xfrm>
        </p:grpSpPr>
        <p:sp>
          <p:nvSpPr>
            <p:cNvPr id="370" name="Google Shape;370;p41"/>
            <p:cNvSpPr/>
            <p:nvPr/>
          </p:nvSpPr>
          <p:spPr>
            <a:xfrm>
              <a:off x="5652137" y="188535"/>
              <a:ext cx="605100" cy="605100"/>
            </a:xfrm>
            <a:prstGeom prst="ellipse">
              <a:avLst/>
            </a:prstGeom>
            <a:solidFill>
              <a:srgbClr val="28B5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1"/>
            <p:cNvSpPr/>
            <p:nvPr/>
          </p:nvSpPr>
          <p:spPr>
            <a:xfrm>
              <a:off x="5819453" y="354399"/>
              <a:ext cx="283472" cy="234496"/>
            </a:xfrm>
            <a:custGeom>
              <a:rect b="b" l="l" r="r" t="t"/>
              <a:pathLst>
                <a:path extrusionOk="0" h="7565" w="9145">
                  <a:moveTo>
                    <a:pt x="2329" y="3686"/>
                  </a:moveTo>
                  <a:lnTo>
                    <a:pt x="2329" y="6861"/>
                  </a:lnTo>
                  <a:lnTo>
                    <a:pt x="707" y="6861"/>
                  </a:lnTo>
                  <a:lnTo>
                    <a:pt x="707" y="3686"/>
                  </a:lnTo>
                  <a:close/>
                  <a:moveTo>
                    <a:pt x="5477" y="455"/>
                  </a:moveTo>
                  <a:cubicBezTo>
                    <a:pt x="5515" y="455"/>
                    <a:pt x="5554" y="463"/>
                    <a:pt x="5591" y="479"/>
                  </a:cubicBezTo>
                  <a:cubicBezTo>
                    <a:pt x="5839" y="584"/>
                    <a:pt x="6154" y="1130"/>
                    <a:pt x="5775" y="2497"/>
                  </a:cubicBezTo>
                  <a:cubicBezTo>
                    <a:pt x="5758" y="2565"/>
                    <a:pt x="5769" y="2638"/>
                    <a:pt x="5813" y="2693"/>
                  </a:cubicBezTo>
                  <a:cubicBezTo>
                    <a:pt x="5856" y="2749"/>
                    <a:pt x="5922" y="2783"/>
                    <a:pt x="5992" y="2783"/>
                  </a:cubicBezTo>
                  <a:lnTo>
                    <a:pt x="8092" y="2783"/>
                  </a:lnTo>
                  <a:cubicBezTo>
                    <a:pt x="8601" y="2783"/>
                    <a:pt x="8692" y="2902"/>
                    <a:pt x="8692" y="3236"/>
                  </a:cubicBezTo>
                  <a:cubicBezTo>
                    <a:pt x="8692" y="3446"/>
                    <a:pt x="8655" y="3486"/>
                    <a:pt x="8653" y="3486"/>
                  </a:cubicBezTo>
                  <a:cubicBezTo>
                    <a:pt x="8653" y="3486"/>
                    <a:pt x="8635" y="3496"/>
                    <a:pt x="8583" y="3496"/>
                  </a:cubicBezTo>
                  <a:lnTo>
                    <a:pt x="7140" y="3496"/>
                  </a:lnTo>
                  <a:cubicBezTo>
                    <a:pt x="7015" y="3496"/>
                    <a:pt x="6913" y="3596"/>
                    <a:pt x="6913" y="3722"/>
                  </a:cubicBezTo>
                  <a:cubicBezTo>
                    <a:pt x="6913" y="3848"/>
                    <a:pt x="7014" y="3947"/>
                    <a:pt x="7140" y="3947"/>
                  </a:cubicBezTo>
                  <a:lnTo>
                    <a:pt x="8523" y="3947"/>
                  </a:lnTo>
                  <a:cubicBezTo>
                    <a:pt x="8597" y="3995"/>
                    <a:pt x="8650" y="4094"/>
                    <a:pt x="8664" y="4219"/>
                  </a:cubicBezTo>
                  <a:cubicBezTo>
                    <a:pt x="8677" y="4353"/>
                    <a:pt x="8635" y="4538"/>
                    <a:pt x="8499" y="4659"/>
                  </a:cubicBezTo>
                  <a:lnTo>
                    <a:pt x="7142" y="4659"/>
                  </a:lnTo>
                  <a:cubicBezTo>
                    <a:pt x="7017" y="4659"/>
                    <a:pt x="6916" y="4760"/>
                    <a:pt x="6916" y="4886"/>
                  </a:cubicBezTo>
                  <a:cubicBezTo>
                    <a:pt x="6916" y="5012"/>
                    <a:pt x="7015" y="5112"/>
                    <a:pt x="7142" y="5112"/>
                  </a:cubicBezTo>
                  <a:lnTo>
                    <a:pt x="8433" y="5112"/>
                  </a:lnTo>
                  <a:cubicBezTo>
                    <a:pt x="8465" y="5235"/>
                    <a:pt x="8468" y="5398"/>
                    <a:pt x="8410" y="5550"/>
                  </a:cubicBezTo>
                  <a:cubicBezTo>
                    <a:pt x="8358" y="5685"/>
                    <a:pt x="8270" y="5778"/>
                    <a:pt x="8151" y="5824"/>
                  </a:cubicBezTo>
                  <a:lnTo>
                    <a:pt x="7145" y="5824"/>
                  </a:lnTo>
                  <a:cubicBezTo>
                    <a:pt x="7020" y="5824"/>
                    <a:pt x="6917" y="5925"/>
                    <a:pt x="6917" y="6052"/>
                  </a:cubicBezTo>
                  <a:cubicBezTo>
                    <a:pt x="6917" y="6178"/>
                    <a:pt x="7017" y="6277"/>
                    <a:pt x="7145" y="6277"/>
                  </a:cubicBezTo>
                  <a:lnTo>
                    <a:pt x="7995" y="6277"/>
                  </a:lnTo>
                  <a:cubicBezTo>
                    <a:pt x="7989" y="6405"/>
                    <a:pt x="7949" y="6554"/>
                    <a:pt x="7850" y="6687"/>
                  </a:cubicBezTo>
                  <a:cubicBezTo>
                    <a:pt x="7743" y="6822"/>
                    <a:pt x="7540" y="6987"/>
                    <a:pt x="7162" y="6987"/>
                  </a:cubicBezTo>
                  <a:lnTo>
                    <a:pt x="3986" y="6987"/>
                  </a:lnTo>
                  <a:cubicBezTo>
                    <a:pt x="3939" y="6987"/>
                    <a:pt x="3820" y="6946"/>
                    <a:pt x="3723" y="6861"/>
                  </a:cubicBezTo>
                  <a:cubicBezTo>
                    <a:pt x="3532" y="6693"/>
                    <a:pt x="3288" y="6601"/>
                    <a:pt x="3034" y="6600"/>
                  </a:cubicBezTo>
                  <a:lnTo>
                    <a:pt x="3034" y="3928"/>
                  </a:lnTo>
                  <a:cubicBezTo>
                    <a:pt x="3297" y="3885"/>
                    <a:pt x="3538" y="3756"/>
                    <a:pt x="3717" y="3538"/>
                  </a:cubicBezTo>
                  <a:cubicBezTo>
                    <a:pt x="3731" y="3526"/>
                    <a:pt x="3747" y="3514"/>
                    <a:pt x="3762" y="3500"/>
                  </a:cubicBezTo>
                  <a:lnTo>
                    <a:pt x="3787" y="3481"/>
                  </a:lnTo>
                  <a:cubicBezTo>
                    <a:pt x="4461" y="2951"/>
                    <a:pt x="4890" y="2402"/>
                    <a:pt x="5098" y="1803"/>
                  </a:cubicBezTo>
                  <a:cubicBezTo>
                    <a:pt x="5107" y="1778"/>
                    <a:pt x="5121" y="1756"/>
                    <a:pt x="5135" y="1730"/>
                  </a:cubicBezTo>
                  <a:cubicBezTo>
                    <a:pt x="5180" y="1652"/>
                    <a:pt x="5233" y="1554"/>
                    <a:pt x="5233" y="1432"/>
                  </a:cubicBezTo>
                  <a:lnTo>
                    <a:pt x="5233" y="580"/>
                  </a:lnTo>
                  <a:cubicBezTo>
                    <a:pt x="5299" y="498"/>
                    <a:pt x="5387" y="455"/>
                    <a:pt x="5477" y="455"/>
                  </a:cubicBezTo>
                  <a:close/>
                  <a:moveTo>
                    <a:pt x="5476" y="1"/>
                  </a:moveTo>
                  <a:cubicBezTo>
                    <a:pt x="5216" y="1"/>
                    <a:pt x="4968" y="140"/>
                    <a:pt x="4816" y="389"/>
                  </a:cubicBezTo>
                  <a:cubicBezTo>
                    <a:pt x="4794" y="425"/>
                    <a:pt x="4782" y="467"/>
                    <a:pt x="4782" y="507"/>
                  </a:cubicBezTo>
                  <a:lnTo>
                    <a:pt x="4782" y="1425"/>
                  </a:lnTo>
                  <a:cubicBezTo>
                    <a:pt x="4779" y="1441"/>
                    <a:pt x="4757" y="1481"/>
                    <a:pt x="4742" y="1509"/>
                  </a:cubicBezTo>
                  <a:cubicBezTo>
                    <a:pt x="4715" y="1558"/>
                    <a:pt x="4690" y="1604"/>
                    <a:pt x="4674" y="1652"/>
                  </a:cubicBezTo>
                  <a:cubicBezTo>
                    <a:pt x="4492" y="2168"/>
                    <a:pt x="4112" y="2650"/>
                    <a:pt x="3489" y="3140"/>
                  </a:cubicBezTo>
                  <a:cubicBezTo>
                    <a:pt x="3451" y="3166"/>
                    <a:pt x="3405" y="3202"/>
                    <a:pt x="3370" y="3247"/>
                  </a:cubicBezTo>
                  <a:cubicBezTo>
                    <a:pt x="3279" y="3358"/>
                    <a:pt x="3162" y="3431"/>
                    <a:pt x="3034" y="3468"/>
                  </a:cubicBezTo>
                  <a:lnTo>
                    <a:pt x="3034" y="3333"/>
                  </a:lnTo>
                  <a:cubicBezTo>
                    <a:pt x="3034" y="3137"/>
                    <a:pt x="2877" y="2979"/>
                    <a:pt x="2681" y="2979"/>
                  </a:cubicBezTo>
                  <a:lnTo>
                    <a:pt x="354" y="2979"/>
                  </a:lnTo>
                  <a:cubicBezTo>
                    <a:pt x="159" y="2979"/>
                    <a:pt x="0" y="3137"/>
                    <a:pt x="0" y="3333"/>
                  </a:cubicBezTo>
                  <a:lnTo>
                    <a:pt x="0" y="7211"/>
                  </a:lnTo>
                  <a:cubicBezTo>
                    <a:pt x="0" y="7406"/>
                    <a:pt x="159" y="7565"/>
                    <a:pt x="354" y="7565"/>
                  </a:cubicBezTo>
                  <a:lnTo>
                    <a:pt x="2681" y="7565"/>
                  </a:lnTo>
                  <a:cubicBezTo>
                    <a:pt x="2877" y="7565"/>
                    <a:pt x="3034" y="7406"/>
                    <a:pt x="3034" y="7211"/>
                  </a:cubicBezTo>
                  <a:lnTo>
                    <a:pt x="3034" y="7049"/>
                  </a:lnTo>
                  <a:cubicBezTo>
                    <a:pt x="3177" y="7052"/>
                    <a:pt x="3316" y="7104"/>
                    <a:pt x="3423" y="7198"/>
                  </a:cubicBezTo>
                  <a:cubicBezTo>
                    <a:pt x="3587" y="7344"/>
                    <a:pt x="3808" y="7439"/>
                    <a:pt x="3986" y="7439"/>
                  </a:cubicBezTo>
                  <a:lnTo>
                    <a:pt x="7162" y="7439"/>
                  </a:lnTo>
                  <a:cubicBezTo>
                    <a:pt x="7600" y="7439"/>
                    <a:pt x="7972" y="7268"/>
                    <a:pt x="8205" y="6957"/>
                  </a:cubicBezTo>
                  <a:cubicBezTo>
                    <a:pt x="8367" y="6744"/>
                    <a:pt x="8450" y="6475"/>
                    <a:pt x="8445" y="6222"/>
                  </a:cubicBezTo>
                  <a:cubicBezTo>
                    <a:pt x="8475" y="6199"/>
                    <a:pt x="8500" y="6169"/>
                    <a:pt x="8514" y="6132"/>
                  </a:cubicBezTo>
                  <a:cubicBezTo>
                    <a:pt x="8653" y="6028"/>
                    <a:pt x="8762" y="5887"/>
                    <a:pt x="8828" y="5710"/>
                  </a:cubicBezTo>
                  <a:cubicBezTo>
                    <a:pt x="8913" y="5490"/>
                    <a:pt x="8922" y="5238"/>
                    <a:pt x="8870" y="5020"/>
                  </a:cubicBezTo>
                  <a:cubicBezTo>
                    <a:pt x="8898" y="4982"/>
                    <a:pt x="8918" y="4938"/>
                    <a:pt x="8918" y="4886"/>
                  </a:cubicBezTo>
                  <a:cubicBezTo>
                    <a:pt x="8918" y="4880"/>
                    <a:pt x="8916" y="4877"/>
                    <a:pt x="8916" y="4873"/>
                  </a:cubicBezTo>
                  <a:cubicBezTo>
                    <a:pt x="9063" y="4681"/>
                    <a:pt x="9139" y="4436"/>
                    <a:pt x="9115" y="4176"/>
                  </a:cubicBezTo>
                  <a:cubicBezTo>
                    <a:pt x="9100" y="4031"/>
                    <a:pt x="9057" y="3898"/>
                    <a:pt x="8990" y="3789"/>
                  </a:cubicBezTo>
                  <a:cubicBezTo>
                    <a:pt x="9145" y="3616"/>
                    <a:pt x="9145" y="3349"/>
                    <a:pt x="9145" y="3233"/>
                  </a:cubicBezTo>
                  <a:cubicBezTo>
                    <a:pt x="9145" y="2330"/>
                    <a:pt x="8381" y="2330"/>
                    <a:pt x="8093" y="2330"/>
                  </a:cubicBezTo>
                  <a:lnTo>
                    <a:pt x="6285" y="2330"/>
                  </a:lnTo>
                  <a:cubicBezTo>
                    <a:pt x="6594" y="964"/>
                    <a:pt x="6236" y="263"/>
                    <a:pt x="5772" y="63"/>
                  </a:cubicBezTo>
                  <a:cubicBezTo>
                    <a:pt x="5675" y="21"/>
                    <a:pt x="5575" y="1"/>
                    <a:pt x="5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41"/>
          <p:cNvGrpSpPr/>
          <p:nvPr/>
        </p:nvGrpSpPr>
        <p:grpSpPr>
          <a:xfrm>
            <a:off x="2689364" y="1177564"/>
            <a:ext cx="330445" cy="330445"/>
            <a:chOff x="2674555" y="825408"/>
            <a:chExt cx="605100" cy="605100"/>
          </a:xfrm>
        </p:grpSpPr>
        <p:sp>
          <p:nvSpPr>
            <p:cNvPr id="373" name="Google Shape;373;p41"/>
            <p:cNvSpPr/>
            <p:nvPr/>
          </p:nvSpPr>
          <p:spPr>
            <a:xfrm>
              <a:off x="2674555" y="825408"/>
              <a:ext cx="605100" cy="605100"/>
            </a:xfrm>
            <a:prstGeom prst="ellipse">
              <a:avLst/>
            </a:prstGeom>
            <a:solidFill>
              <a:srgbClr val="28B5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1"/>
            <p:cNvSpPr/>
            <p:nvPr/>
          </p:nvSpPr>
          <p:spPr>
            <a:xfrm>
              <a:off x="2852937" y="1000063"/>
              <a:ext cx="292892" cy="289868"/>
            </a:xfrm>
            <a:custGeom>
              <a:rect b="b" l="l" r="r" t="t"/>
              <a:pathLst>
                <a:path extrusionOk="0" h="286289" w="285053">
                  <a:moveTo>
                    <a:pt x="180518" y="31124"/>
                  </a:moveTo>
                  <a:cubicBezTo>
                    <a:pt x="139453" y="-10195"/>
                    <a:pt x="72667" y="-10400"/>
                    <a:pt x="31348" y="30665"/>
                  </a:cubicBezTo>
                  <a:cubicBezTo>
                    <a:pt x="31195" y="30817"/>
                    <a:pt x="31041" y="30971"/>
                    <a:pt x="30889" y="31124"/>
                  </a:cubicBezTo>
                  <a:cubicBezTo>
                    <a:pt x="-10296" y="72643"/>
                    <a:pt x="-10296" y="139604"/>
                    <a:pt x="30889" y="181123"/>
                  </a:cubicBezTo>
                  <a:cubicBezTo>
                    <a:pt x="62164" y="212669"/>
                    <a:pt x="109885" y="221171"/>
                    <a:pt x="150130" y="202367"/>
                  </a:cubicBezTo>
                  <a:lnTo>
                    <a:pt x="154287" y="206523"/>
                  </a:lnTo>
                  <a:lnTo>
                    <a:pt x="223282" y="275796"/>
                  </a:lnTo>
                  <a:cubicBezTo>
                    <a:pt x="237176" y="289747"/>
                    <a:pt x="259751" y="289793"/>
                    <a:pt x="273703" y="275898"/>
                  </a:cubicBezTo>
                  <a:cubicBezTo>
                    <a:pt x="273737" y="275864"/>
                    <a:pt x="273771" y="275830"/>
                    <a:pt x="273805" y="275796"/>
                  </a:cubicBezTo>
                  <a:lnTo>
                    <a:pt x="274636" y="274872"/>
                  </a:lnTo>
                  <a:cubicBezTo>
                    <a:pt x="288526" y="260895"/>
                    <a:pt x="288526" y="238326"/>
                    <a:pt x="274636" y="224349"/>
                  </a:cubicBezTo>
                  <a:lnTo>
                    <a:pt x="205641" y="155076"/>
                  </a:lnTo>
                  <a:lnTo>
                    <a:pt x="201392" y="150828"/>
                  </a:lnTo>
                  <a:cubicBezTo>
                    <a:pt x="220141" y="110486"/>
                    <a:pt x="211815" y="62739"/>
                    <a:pt x="180518" y="31124"/>
                  </a:cubicBezTo>
                  <a:close/>
                  <a:moveTo>
                    <a:pt x="105703" y="189436"/>
                  </a:moveTo>
                  <a:cubicBezTo>
                    <a:pt x="83680" y="189473"/>
                    <a:pt x="62558" y="180692"/>
                    <a:pt x="47052" y="165052"/>
                  </a:cubicBezTo>
                  <a:cubicBezTo>
                    <a:pt x="14747" y="132408"/>
                    <a:pt x="14747" y="79839"/>
                    <a:pt x="47052" y="47196"/>
                  </a:cubicBezTo>
                  <a:cubicBezTo>
                    <a:pt x="79486" y="14904"/>
                    <a:pt x="131921" y="14904"/>
                    <a:pt x="164354" y="47196"/>
                  </a:cubicBezTo>
                  <a:lnTo>
                    <a:pt x="164354" y="47196"/>
                  </a:lnTo>
                  <a:cubicBezTo>
                    <a:pt x="196660" y="79839"/>
                    <a:pt x="196660" y="132408"/>
                    <a:pt x="164354" y="165052"/>
                  </a:cubicBezTo>
                  <a:cubicBezTo>
                    <a:pt x="148849" y="180692"/>
                    <a:pt x="127726" y="189473"/>
                    <a:pt x="105703" y="189436"/>
                  </a:cubicBezTo>
                  <a:close/>
                  <a:moveTo>
                    <a:pt x="258565" y="240605"/>
                  </a:moveTo>
                  <a:cubicBezTo>
                    <a:pt x="263666" y="245603"/>
                    <a:pt x="263749" y="253790"/>
                    <a:pt x="258752" y="258891"/>
                  </a:cubicBezTo>
                  <a:cubicBezTo>
                    <a:pt x="258690" y="258954"/>
                    <a:pt x="258628" y="259016"/>
                    <a:pt x="258565" y="259078"/>
                  </a:cubicBezTo>
                  <a:lnTo>
                    <a:pt x="257641" y="260001"/>
                  </a:lnTo>
                  <a:cubicBezTo>
                    <a:pt x="252717" y="265103"/>
                    <a:pt x="244589" y="265246"/>
                    <a:pt x="239487" y="260320"/>
                  </a:cubicBezTo>
                  <a:cubicBezTo>
                    <a:pt x="239379" y="260216"/>
                    <a:pt x="239273" y="260109"/>
                    <a:pt x="239169" y="260001"/>
                  </a:cubicBezTo>
                  <a:lnTo>
                    <a:pt x="170173" y="190729"/>
                  </a:lnTo>
                  <a:lnTo>
                    <a:pt x="180333" y="181492"/>
                  </a:lnTo>
                  <a:cubicBezTo>
                    <a:pt x="183196" y="178906"/>
                    <a:pt x="189569" y="171425"/>
                    <a:pt x="189569" y="1714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350"/>
                <a:buFont typeface="Arial"/>
                <a:buNone/>
              </a:pPr>
              <a:r>
                <a:t/>
              </a:r>
              <a:endParaRPr b="0" i="0" sz="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1"/>
            <p:cNvSpPr txBox="1"/>
            <p:nvPr/>
          </p:nvSpPr>
          <p:spPr>
            <a:xfrm>
              <a:off x="2890781" y="1003328"/>
              <a:ext cx="1401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sz="1500"/>
            </a:p>
          </p:txBody>
        </p:sp>
      </p:grpSp>
      <p:grpSp>
        <p:nvGrpSpPr>
          <p:cNvPr id="376" name="Google Shape;376;p41"/>
          <p:cNvGrpSpPr/>
          <p:nvPr/>
        </p:nvGrpSpPr>
        <p:grpSpPr>
          <a:xfrm>
            <a:off x="237510" y="1267288"/>
            <a:ext cx="330392" cy="240643"/>
            <a:chOff x="865451" y="2114550"/>
            <a:chExt cx="3399093" cy="2475755"/>
          </a:xfrm>
        </p:grpSpPr>
        <p:sp>
          <p:nvSpPr>
            <p:cNvPr id="377" name="Google Shape;377;p41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41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41"/>
          <p:cNvSpPr txBox="1"/>
          <p:nvPr>
            <p:ph type="title"/>
          </p:nvPr>
        </p:nvSpPr>
        <p:spPr>
          <a:xfrm>
            <a:off x="2613600" y="152750"/>
            <a:ext cx="51213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1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41"/>
          <p:cNvSpPr/>
          <p:nvPr>
            <p:ph idx="2" type="pic"/>
          </p:nvPr>
        </p:nvSpPr>
        <p:spPr>
          <a:xfrm>
            <a:off x="461550" y="126800"/>
            <a:ext cx="1385400" cy="64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41"/>
          <p:cNvSpPr txBox="1"/>
          <p:nvPr>
            <p:ph idx="1" type="body"/>
          </p:nvPr>
        </p:nvSpPr>
        <p:spPr>
          <a:xfrm>
            <a:off x="2690425" y="1630891"/>
            <a:ext cx="2057400" cy="3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382" name="Google Shape;382;p41"/>
          <p:cNvSpPr txBox="1"/>
          <p:nvPr>
            <p:ph idx="3" type="body"/>
          </p:nvPr>
        </p:nvSpPr>
        <p:spPr>
          <a:xfrm>
            <a:off x="237525" y="1630900"/>
            <a:ext cx="2164800" cy="24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2pPr>
            <a:lvl3pPr indent="-4064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3pPr>
            <a:lvl4pPr indent="-4064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4pPr>
            <a:lvl5pPr indent="-4064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5pPr>
            <a:lvl6pPr indent="-4064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6pPr>
            <a:lvl7pPr indent="-4064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7pPr>
            <a:lvl8pPr indent="-4064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8pPr>
            <a:lvl9pPr indent="-4064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3" name="Google Shape;383;p41"/>
          <p:cNvSpPr txBox="1"/>
          <p:nvPr>
            <p:ph idx="4" type="body"/>
          </p:nvPr>
        </p:nvSpPr>
        <p:spPr>
          <a:xfrm>
            <a:off x="4854400" y="1630891"/>
            <a:ext cx="2057400" cy="3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384" name="Google Shape;384;p41"/>
          <p:cNvSpPr txBox="1"/>
          <p:nvPr>
            <p:ph idx="5" type="body"/>
          </p:nvPr>
        </p:nvSpPr>
        <p:spPr>
          <a:xfrm>
            <a:off x="7018375" y="1630891"/>
            <a:ext cx="2057400" cy="3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385" name="Google Shape;385;p41"/>
          <p:cNvSpPr txBox="1"/>
          <p:nvPr>
            <p:ph idx="6" type="body"/>
          </p:nvPr>
        </p:nvSpPr>
        <p:spPr>
          <a:xfrm>
            <a:off x="237500" y="4471650"/>
            <a:ext cx="1790100" cy="1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 1">
  <p:cSld name="Blank (footer only)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2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 Story 1">
  <p:cSld name="CUSTOM_1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3"/>
          <p:cNvSpPr/>
          <p:nvPr/>
        </p:nvSpPr>
        <p:spPr>
          <a:xfrm>
            <a:off x="110850" y="126800"/>
            <a:ext cx="2086800" cy="83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3"/>
          <p:cNvSpPr/>
          <p:nvPr/>
        </p:nvSpPr>
        <p:spPr>
          <a:xfrm>
            <a:off x="-9175" y="0"/>
            <a:ext cx="2471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43"/>
          <p:cNvPicPr preferRelativeResize="0"/>
          <p:nvPr/>
        </p:nvPicPr>
        <p:blipFill rotWithShape="1">
          <a:blip r:embed="rId2">
            <a:alphaModFix/>
          </a:blip>
          <a:srcRect b="37532" l="31404" r="32058" t="35443"/>
          <a:stretch/>
        </p:blipFill>
        <p:spPr>
          <a:xfrm>
            <a:off x="7917475" y="229790"/>
            <a:ext cx="998356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108" y="456695"/>
            <a:ext cx="1385426" cy="35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3"/>
          <p:cNvSpPr/>
          <p:nvPr/>
        </p:nvSpPr>
        <p:spPr>
          <a:xfrm>
            <a:off x="237525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3"/>
          <p:cNvSpPr/>
          <p:nvPr/>
        </p:nvSpPr>
        <p:spPr>
          <a:xfrm>
            <a:off x="110850" y="-432150"/>
            <a:ext cx="2086800" cy="1389900"/>
          </a:xfrm>
          <a:prstGeom prst="roundRect">
            <a:avLst>
              <a:gd fmla="val 3369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3"/>
          <p:cNvSpPr/>
          <p:nvPr/>
        </p:nvSpPr>
        <p:spPr>
          <a:xfrm>
            <a:off x="-9050" y="-528950"/>
            <a:ext cx="2471700" cy="5097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8" name="Google Shape;398;p43"/>
          <p:cNvGrpSpPr/>
          <p:nvPr/>
        </p:nvGrpSpPr>
        <p:grpSpPr>
          <a:xfrm>
            <a:off x="237510" y="1267288"/>
            <a:ext cx="330392" cy="240643"/>
            <a:chOff x="865451" y="2114550"/>
            <a:chExt cx="3399093" cy="2475755"/>
          </a:xfrm>
        </p:grpSpPr>
        <p:sp>
          <p:nvSpPr>
            <p:cNvPr id="399" name="Google Shape;399;p43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43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" name="Google Shape;401;p43"/>
          <p:cNvSpPr txBox="1"/>
          <p:nvPr>
            <p:ph type="title"/>
          </p:nvPr>
        </p:nvSpPr>
        <p:spPr>
          <a:xfrm>
            <a:off x="2613600" y="152750"/>
            <a:ext cx="51213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21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43"/>
          <p:cNvSpPr/>
          <p:nvPr>
            <p:ph idx="2" type="pic"/>
          </p:nvPr>
        </p:nvSpPr>
        <p:spPr>
          <a:xfrm>
            <a:off x="461550" y="126800"/>
            <a:ext cx="1385400" cy="6411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43"/>
          <p:cNvSpPr txBox="1"/>
          <p:nvPr>
            <p:ph idx="1" type="body"/>
          </p:nvPr>
        </p:nvSpPr>
        <p:spPr>
          <a:xfrm>
            <a:off x="2690425" y="1630891"/>
            <a:ext cx="20574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404" name="Google Shape;404;p43"/>
          <p:cNvSpPr txBox="1"/>
          <p:nvPr>
            <p:ph idx="3" type="body"/>
          </p:nvPr>
        </p:nvSpPr>
        <p:spPr>
          <a:xfrm>
            <a:off x="237525" y="1630900"/>
            <a:ext cx="2164800" cy="24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2pPr>
            <a:lvl3pPr indent="-4064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3pPr>
            <a:lvl4pPr indent="-4064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4pPr>
            <a:lvl5pPr indent="-4064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5pPr>
            <a:lvl6pPr indent="-4064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6pPr>
            <a:lvl7pPr indent="-4064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7pPr>
            <a:lvl8pPr indent="-4064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8pPr>
            <a:lvl9pPr indent="-4064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5" name="Google Shape;405;p43"/>
          <p:cNvSpPr txBox="1"/>
          <p:nvPr>
            <p:ph idx="4" type="body"/>
          </p:nvPr>
        </p:nvSpPr>
        <p:spPr>
          <a:xfrm>
            <a:off x="4854400" y="1630891"/>
            <a:ext cx="20574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406" name="Google Shape;406;p43"/>
          <p:cNvSpPr txBox="1"/>
          <p:nvPr>
            <p:ph idx="5" type="body"/>
          </p:nvPr>
        </p:nvSpPr>
        <p:spPr>
          <a:xfrm>
            <a:off x="7018375" y="1630891"/>
            <a:ext cx="20574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407" name="Google Shape;407;p43"/>
          <p:cNvSpPr txBox="1"/>
          <p:nvPr>
            <p:ph idx="6" type="body"/>
          </p:nvPr>
        </p:nvSpPr>
        <p:spPr>
          <a:xfrm>
            <a:off x="237500" y="4471650"/>
            <a:ext cx="1790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000">
                <a:solidFill>
                  <a:schemeClr val="dk2"/>
                </a:solidFill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000">
                <a:solidFill>
                  <a:schemeClr val="dk2"/>
                </a:solidFill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 2">
  <p:cSld name="Blank (footer only)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4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4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6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21" name="Google Shape;421;p46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6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2-Line Title">
  <p:cSld name="Multi-use layout_2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4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7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47"/>
          <p:cNvSpPr txBox="1"/>
          <p:nvPr>
            <p:ph idx="1" type="subTitle"/>
          </p:nvPr>
        </p:nvSpPr>
        <p:spPr>
          <a:xfrm>
            <a:off x="365760" y="1122367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30" name="Google Shape;430;p47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7"/>
          <p:cNvSpPr/>
          <p:nvPr/>
        </p:nvSpPr>
        <p:spPr>
          <a:xfrm>
            <a:off x="0" y="343500"/>
            <a:ext cx="1371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1">
  <p:cSld name="Multi-use layout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48"/>
          <p:cNvGrpSpPr/>
          <p:nvPr/>
        </p:nvGrpSpPr>
        <p:grpSpPr>
          <a:xfrm>
            <a:off x="3" y="3761952"/>
            <a:ext cx="9143997" cy="1371564"/>
            <a:chOff x="-10" y="3735321"/>
            <a:chExt cx="9139427" cy="1408177"/>
          </a:xfrm>
        </p:grpSpPr>
        <p:pic>
          <p:nvPicPr>
            <p:cNvPr id="435" name="Google Shape;435;p48"/>
            <p:cNvPicPr preferRelativeResize="0"/>
            <p:nvPr/>
          </p:nvPicPr>
          <p:blipFill rotWithShape="1">
            <a:blip r:embed="rId2">
              <a:alphaModFix amt="29000"/>
            </a:blip>
            <a:srcRect b="139" l="0" r="0" t="139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48"/>
            <p:cNvPicPr preferRelativeResize="0"/>
            <p:nvPr/>
          </p:nvPicPr>
          <p:blipFill rotWithShape="1">
            <a:blip r:embed="rId3">
              <a:alphaModFix amt="29000"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48"/>
            <p:cNvPicPr preferRelativeResize="0"/>
            <p:nvPr/>
          </p:nvPicPr>
          <p:blipFill rotWithShape="1">
            <a:blip r:embed="rId4">
              <a:alphaModFix amt="29000"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8" name="Google Shape;438;p4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4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8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8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42" name="Google Shape;442;p48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2">
  <p:cSld name="Multi-use layout_1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49"/>
          <p:cNvGrpSpPr/>
          <p:nvPr/>
        </p:nvGrpSpPr>
        <p:grpSpPr>
          <a:xfrm>
            <a:off x="0" y="4370576"/>
            <a:ext cx="9144001" cy="772925"/>
            <a:chOff x="0" y="4370576"/>
            <a:chExt cx="9144001" cy="772925"/>
          </a:xfrm>
        </p:grpSpPr>
        <p:pic>
          <p:nvPicPr>
            <p:cNvPr id="447" name="Google Shape;447;p49"/>
            <p:cNvPicPr preferRelativeResize="0"/>
            <p:nvPr/>
          </p:nvPicPr>
          <p:blipFill rotWithShape="1">
            <a:blip r:embed="rId2">
              <a:alphaModFix amt="29000"/>
            </a:blip>
            <a:srcRect b="43663" l="0" r="0" t="140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" name="Google Shape;448;p49"/>
            <p:cNvPicPr preferRelativeResize="0"/>
            <p:nvPr/>
          </p:nvPicPr>
          <p:blipFill rotWithShape="1">
            <a:blip r:embed="rId3">
              <a:alphaModFix amt="29000"/>
            </a:blip>
            <a:srcRect b="43663" l="0" r="0" t="140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9" name="Google Shape;449;p49"/>
            <p:cNvPicPr preferRelativeResize="0"/>
            <p:nvPr/>
          </p:nvPicPr>
          <p:blipFill rotWithShape="1">
            <a:blip r:embed="rId4">
              <a:alphaModFix amt="29000"/>
            </a:blip>
            <a:srcRect b="43663" l="0" r="0" t="140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Google Shape;450;p49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1" name="Google Shape;451;p4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9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49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54" name="Google Shape;454;p49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Arrows">
  <p:cSld name="Multi-use layout_1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50"/>
          <p:cNvPicPr preferRelativeResize="0"/>
          <p:nvPr/>
        </p:nvPicPr>
        <p:blipFill rotWithShape="1">
          <a:blip r:embed="rId2">
            <a:alphaModFix/>
          </a:blip>
          <a:srcRect b="0" l="22839" r="0" t="0"/>
          <a:stretch/>
        </p:blipFill>
        <p:spPr>
          <a:xfrm flipH="1">
            <a:off x="7782375" y="2935675"/>
            <a:ext cx="1368150" cy="19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50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5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63" name="Google Shape;463;p50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0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">
  <p:cSld name="One Column Layou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1"/>
          <p:cNvSpPr txBox="1"/>
          <p:nvPr>
            <p:ph idx="1" type="body"/>
          </p:nvPr>
        </p:nvSpPr>
        <p:spPr>
          <a:xfrm>
            <a:off x="365750" y="1371600"/>
            <a:ext cx="62613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68" name="Google Shape;468;p51"/>
          <p:cNvSpPr txBox="1"/>
          <p:nvPr>
            <p:ph type="title"/>
          </p:nvPr>
        </p:nvSpPr>
        <p:spPr>
          <a:xfrm>
            <a:off x="365750" y="274323"/>
            <a:ext cx="83211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51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5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1"/>
          <p:cNvSpPr txBox="1"/>
          <p:nvPr>
            <p:ph idx="2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73" name="Google Shape;473;p51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Layout">
  <p:cSld name="One Column Layout_1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"/>
          <p:cNvSpPr txBox="1"/>
          <p:nvPr>
            <p:ph type="title"/>
          </p:nvPr>
        </p:nvSpPr>
        <p:spPr>
          <a:xfrm>
            <a:off x="365750" y="274323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52"/>
          <p:cNvSpPr txBox="1"/>
          <p:nvPr>
            <p:ph idx="1" type="body"/>
          </p:nvPr>
        </p:nvSpPr>
        <p:spPr>
          <a:xfrm>
            <a:off x="365750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7" name="Google Shape;477;p52"/>
          <p:cNvSpPr txBox="1"/>
          <p:nvPr>
            <p:ph idx="2" type="body"/>
          </p:nvPr>
        </p:nvSpPr>
        <p:spPr>
          <a:xfrm>
            <a:off x="4617721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8" name="Google Shape;478;p5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5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2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82" name="Google Shape;482;p5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Layout">
  <p:cSld name="One Column Layout_1_1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3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53"/>
          <p:cNvSpPr txBox="1"/>
          <p:nvPr>
            <p:ph idx="1" type="body"/>
          </p:nvPr>
        </p:nvSpPr>
        <p:spPr>
          <a:xfrm>
            <a:off x="365750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486" name="Google Shape;486;p53"/>
          <p:cNvSpPr txBox="1"/>
          <p:nvPr>
            <p:ph idx="2" type="body"/>
          </p:nvPr>
        </p:nvSpPr>
        <p:spPr>
          <a:xfrm>
            <a:off x="3169031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487" name="Google Shape;487;p53"/>
          <p:cNvSpPr txBox="1"/>
          <p:nvPr>
            <p:ph idx="3" type="body"/>
          </p:nvPr>
        </p:nvSpPr>
        <p:spPr>
          <a:xfrm>
            <a:off x="6127925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488" name="Google Shape;488;p53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5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3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92" name="Google Shape;492;p5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Layout">
  <p:cSld name="One Column Layout_1_1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4"/>
          <p:cNvSpPr/>
          <p:nvPr/>
        </p:nvSpPr>
        <p:spPr>
          <a:xfrm>
            <a:off x="457195" y="4846508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54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54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54"/>
          <p:cNvSpPr txBox="1"/>
          <p:nvPr>
            <p:ph idx="1" type="body"/>
          </p:nvPr>
        </p:nvSpPr>
        <p:spPr>
          <a:xfrm>
            <a:off x="36575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498" name="Google Shape;498;p54"/>
          <p:cNvSpPr txBox="1"/>
          <p:nvPr>
            <p:ph idx="2" type="body"/>
          </p:nvPr>
        </p:nvSpPr>
        <p:spPr>
          <a:xfrm>
            <a:off x="2459408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499" name="Google Shape;499;p54"/>
          <p:cNvSpPr txBox="1"/>
          <p:nvPr>
            <p:ph idx="3" type="body"/>
          </p:nvPr>
        </p:nvSpPr>
        <p:spPr>
          <a:xfrm>
            <a:off x="4673192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500" name="Google Shape;500;p54"/>
          <p:cNvSpPr txBox="1"/>
          <p:nvPr>
            <p:ph idx="4" type="body"/>
          </p:nvPr>
        </p:nvSpPr>
        <p:spPr>
          <a:xfrm>
            <a:off x="688700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501" name="Google Shape;501;p54"/>
          <p:cNvSpPr/>
          <p:nvPr/>
        </p:nvSpPr>
        <p:spPr>
          <a:xfrm>
            <a:off x="660640" y="486709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4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503" name="Google Shape;503;p5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5"/>
          <p:cNvSpPr/>
          <p:nvPr/>
        </p:nvSpPr>
        <p:spPr>
          <a:xfrm>
            <a:off x="2291700" y="0"/>
            <a:ext cx="685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5"/>
          <p:cNvSpPr txBox="1"/>
          <p:nvPr>
            <p:ph idx="1" type="body"/>
          </p:nvPr>
        </p:nvSpPr>
        <p:spPr>
          <a:xfrm>
            <a:off x="365750" y="274320"/>
            <a:ext cx="192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cap="none">
                <a:solidFill>
                  <a:schemeClr val="dk1"/>
                </a:solidFill>
              </a:defRPr>
            </a:lvl1pPr>
            <a:lvl2pPr indent="-342900" lvl="1" marL="9144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indent="-342900" lvl="2" marL="13716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3pPr>
            <a:lvl4pPr indent="-317500" lvl="3" marL="18288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indent="-317500" lvl="4" marL="22860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indent="-317500" lvl="5" marL="27432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indent="-317500" lvl="6" marL="32004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indent="-317500" lvl="7" marL="36576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indent="-317500" lvl="8" marL="411480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/>
        </p:txBody>
      </p:sp>
      <p:sp>
        <p:nvSpPr>
          <p:cNvPr id="507" name="Google Shape;507;p55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8" name="Google Shape;508;p5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55"/>
          <p:cNvSpPr txBox="1"/>
          <p:nvPr>
            <p:ph idx="2" type="body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11" name="Google Shape;511;p55"/>
          <p:cNvSpPr/>
          <p:nvPr/>
        </p:nvSpPr>
        <p:spPr>
          <a:xfrm>
            <a:off x="6369225" y="228600"/>
            <a:ext cx="1322446" cy="1414662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5"/>
          <p:cNvSpPr/>
          <p:nvPr/>
        </p:nvSpPr>
        <p:spPr>
          <a:xfrm>
            <a:off x="2295101" y="2767075"/>
            <a:ext cx="2772174" cy="2372082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55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4" name="Google Shape;514;p55"/>
          <p:cNvPicPr preferRelativeResize="0"/>
          <p:nvPr/>
        </p:nvPicPr>
        <p:blipFill rotWithShape="1">
          <a:blip r:embed="rId2">
            <a:alphaModFix/>
          </a:blip>
          <a:srcRect b="0" l="16763" r="0" t="0"/>
          <a:stretch/>
        </p:blipFill>
        <p:spPr>
          <a:xfrm rot="10800000">
            <a:off x="7338076" y="640000"/>
            <a:ext cx="1805925" cy="23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Left Bar">
  <p:cSld name="Agenda_1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"/>
          <p:cNvSpPr/>
          <p:nvPr/>
        </p:nvSpPr>
        <p:spPr>
          <a:xfrm flipH="1">
            <a:off x="-775" y="0"/>
            <a:ext cx="2743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6"/>
          <p:cNvSpPr txBox="1"/>
          <p:nvPr>
            <p:ph idx="1" type="body"/>
          </p:nvPr>
        </p:nvSpPr>
        <p:spPr>
          <a:xfrm>
            <a:off x="365750" y="274320"/>
            <a:ext cx="237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b="1" i="0" sz="2600" cap="none">
                <a:solidFill>
                  <a:srgbClr val="FFFFFF"/>
                </a:solidFill>
              </a:defRPr>
            </a:lvl1pPr>
            <a:lvl2pPr indent="-3429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indent="-342900" lvl="2" marL="13716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 sz="1800">
                <a:solidFill>
                  <a:srgbClr val="FFFFFF"/>
                </a:solidFill>
              </a:defRPr>
            </a:lvl3pPr>
            <a:lvl4pPr indent="-317500" lvl="3" marL="18288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indent="-317500" lvl="4" marL="22860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indent="-317500" lvl="5" marL="27432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indent="-317500" lvl="6" marL="32004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indent="-317500" lvl="7" marL="365760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indent="-317500" lvl="8" marL="411480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18" name="Google Shape;518;p5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9" name="Google Shape;519;p5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FFFFFF"/>
                </a:solidFill>
              </a:rPr>
              <a:t>2025</a:t>
            </a: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56"/>
          <p:cNvSpPr txBox="1"/>
          <p:nvPr>
            <p:ph idx="2" type="body"/>
          </p:nvPr>
        </p:nvSpPr>
        <p:spPr>
          <a:xfrm>
            <a:off x="365750" y="1291650"/>
            <a:ext cx="2210400" cy="256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2" name="Google Shape;522;p5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">
  <p:cSld name="Split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5" name="Google Shape;525;p57"/>
          <p:cNvSpPr/>
          <p:nvPr/>
        </p:nvSpPr>
        <p:spPr>
          <a:xfrm>
            <a:off x="6024563" y="257175"/>
            <a:ext cx="1488103" cy="159186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57"/>
          <p:cNvSpPr/>
          <p:nvPr/>
        </p:nvSpPr>
        <p:spPr>
          <a:xfrm>
            <a:off x="4574381" y="2416970"/>
            <a:ext cx="3186406" cy="2726531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7"/>
          <p:cNvSpPr/>
          <p:nvPr/>
        </p:nvSpPr>
        <p:spPr>
          <a:xfrm>
            <a:off x="7184151" y="634350"/>
            <a:ext cx="1959849" cy="2806348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57"/>
          <p:cNvSpPr/>
          <p:nvPr/>
        </p:nvSpPr>
        <p:spPr>
          <a:xfrm>
            <a:off x="6491288" y="2753536"/>
            <a:ext cx="1576390" cy="168630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5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57"/>
          <p:cNvSpPr txBox="1"/>
          <p:nvPr>
            <p:ph idx="1" type="body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indent="-342900" lvl="2" marL="1371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indent="-342900" lvl="3" marL="18288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indent="-342900" lvl="4" marL="22860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indent="-342900" lvl="5" marL="27432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indent="-342900" lvl="6" marL="3200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indent="-342900" lvl="7" marL="3657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indent="-342900" lvl="8" marL="411480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531" name="Google Shape;531;p57"/>
          <p:cNvSpPr txBox="1"/>
          <p:nvPr>
            <p:ph type="title"/>
          </p:nvPr>
        </p:nvSpPr>
        <p:spPr>
          <a:xfrm>
            <a:off x="365755" y="274320"/>
            <a:ext cx="39789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5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5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5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57"/>
          <p:cNvPicPr preferRelativeResize="0"/>
          <p:nvPr/>
        </p:nvPicPr>
        <p:blipFill rotWithShape="1">
          <a:blip r:embed="rId2">
            <a:alphaModFix/>
          </a:blip>
          <a:srcRect b="9584" l="13584" r="0" t="0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57"/>
          <p:cNvSpPr/>
          <p:nvPr/>
        </p:nvSpPr>
        <p:spPr>
          <a:xfrm>
            <a:off x="8067676" y="228601"/>
            <a:ext cx="1077917" cy="1543491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57"/>
          <p:cNvSpPr txBox="1"/>
          <p:nvPr>
            <p:ph idx="2" type="body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8" name="Google Shape;538;p57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Data Cloud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1" name="Google Shape;541;p5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5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">
  <p:cSld name="Data Cloud_1_1">
    <p:bg>
      <p:bgPr>
        <a:solidFill>
          <a:schemeClr val="accent1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59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545" name="Google Shape;545;p5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6" name="Google Shape;546;p59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7" name="Google Shape;547;p59"/>
            <p:cNvPicPr preferRelativeResize="0"/>
            <p:nvPr/>
          </p:nvPicPr>
          <p:blipFill rotWithShape="1">
            <a:blip r:embed="rId4">
              <a:alphaModFix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8" name="Google Shape;548;p59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549" name="Google Shape;549;p5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0" name="Google Shape;550;p59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1" name="Google Shape;551;p59"/>
            <p:cNvPicPr preferRelativeResize="0"/>
            <p:nvPr/>
          </p:nvPicPr>
          <p:blipFill rotWithShape="1">
            <a:blip r:embed="rId4">
              <a:alphaModFix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Google Shape;552;p5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9"/>
          <p:cNvSpPr txBox="1"/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4" name="Google Shape;554;p59"/>
          <p:cNvSpPr txBox="1"/>
          <p:nvPr>
            <p:ph idx="2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5" name="Google Shape;555;p59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59"/>
          <p:cNvSpPr txBox="1"/>
          <p:nvPr>
            <p:ph idx="3" type="title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i="0" sz="4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Data Cloud_1_1_3_2">
    <p:bg>
      <p:bgPr>
        <a:solidFill>
          <a:schemeClr val="accent1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p60"/>
          <p:cNvGrpSpPr/>
          <p:nvPr/>
        </p:nvGrpSpPr>
        <p:grpSpPr>
          <a:xfrm>
            <a:off x="-2" y="2914850"/>
            <a:ext cx="9143627" cy="2228425"/>
            <a:chOff x="-834856" y="2711517"/>
            <a:chExt cx="9978858" cy="2431981"/>
          </a:xfrm>
        </p:grpSpPr>
        <p:pic>
          <p:nvPicPr>
            <p:cNvPr id="559" name="Google Shape;559;p60"/>
            <p:cNvPicPr preferRelativeResize="0"/>
            <p:nvPr/>
          </p:nvPicPr>
          <p:blipFill rotWithShape="1">
            <a:blip r:embed="rId2">
              <a:alphaModFix amt="85000"/>
            </a:blip>
            <a:srcRect b="30782" l="45992" r="0" t="24707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0" name="Google Shape;560;p60"/>
            <p:cNvPicPr preferRelativeResize="0"/>
            <p:nvPr/>
          </p:nvPicPr>
          <p:blipFill rotWithShape="1">
            <a:blip r:embed="rId3">
              <a:alphaModFix amt="85000"/>
            </a:blip>
            <a:srcRect b="30786" l="0" r="1931" t="25271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1" name="Google Shape;561;p60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60"/>
          <p:cNvSpPr txBox="1"/>
          <p:nvPr>
            <p:ph type="title"/>
          </p:nvPr>
        </p:nvSpPr>
        <p:spPr>
          <a:xfrm>
            <a:off x="366600" y="1188725"/>
            <a:ext cx="7403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563" name="Google Shape;563;p60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64" name="Google Shape;564;p60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65" name="Google Shape;565;p60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3">
  <p:cSld name="Data Cloud_1_1_3_1">
    <p:bg>
      <p:bgPr>
        <a:solidFill>
          <a:schemeClr val="accent1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" name="Google Shape;567;p61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568" name="Google Shape;568;p61"/>
            <p:cNvPicPr preferRelativeResize="0"/>
            <p:nvPr/>
          </p:nvPicPr>
          <p:blipFill rotWithShape="1">
            <a:blip r:embed="rId2">
              <a:alphaModFix/>
            </a:blip>
            <a:srcRect b="10228" l="37919" r="0" t="24705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9" name="Google Shape;569;p61"/>
            <p:cNvPicPr preferRelativeResize="0"/>
            <p:nvPr/>
          </p:nvPicPr>
          <p:blipFill rotWithShape="1">
            <a:blip r:embed="rId3">
              <a:alphaModFix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0" name="Google Shape;570;p61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61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572" name="Google Shape;572;p61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3" name="Google Shape;573;p61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4" name="Google Shape;574;p61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4">
  <p:cSld name="Data Cloud_1_1_2">
    <p:bg>
      <p:bgPr>
        <a:solidFill>
          <a:schemeClr val="accent1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2"/>
          <p:cNvSpPr/>
          <p:nvPr/>
        </p:nvSpPr>
        <p:spPr>
          <a:xfrm>
            <a:off x="7449282" y="496507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62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578" name="Google Shape;578;p62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9" name="Google Shape;579;p62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0" name="Google Shape;580;p62"/>
          <p:cNvSpPr/>
          <p:nvPr/>
        </p:nvSpPr>
        <p:spPr>
          <a:xfrm>
            <a:off x="7256375" y="56165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/ Customer Logo">
  <p:cSld name="Data Cloud_1_1_1">
    <p:bg>
      <p:bgPr>
        <a:solidFill>
          <a:schemeClr val="accent1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p63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583" name="Google Shape;583;p6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4" name="Google Shape;584;p63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5" name="Google Shape;585;p63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586" name="Google Shape;586;p6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7" name="Google Shape;587;p63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8" name="Google Shape;588;p63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9" name="Google Shape;589;p63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63"/>
          <p:cNvSpPr txBox="1"/>
          <p:nvPr>
            <p:ph type="title"/>
          </p:nvPr>
        </p:nvSpPr>
        <p:spPr>
          <a:xfrm>
            <a:off x="366600" y="1188725"/>
            <a:ext cx="573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1" name="Google Shape;591;p63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2" name="Google Shape;592;p63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3" name="Google Shape;593;p63"/>
          <p:cNvSpPr/>
          <p:nvPr/>
        </p:nvSpPr>
        <p:spPr>
          <a:xfrm>
            <a:off x="6097525" y="0"/>
            <a:ext cx="3046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3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1 (No Graphics)">
  <p:cSld name="Quote - Violet_1_1">
    <p:bg>
      <p:bgPr>
        <a:solidFill>
          <a:schemeClr val="dk2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4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7" name="Google Shape;597;p64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6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2">
  <p:cSld name="Quote - Violet_1_1_2_1">
    <p:bg>
      <p:bgPr>
        <a:solidFill>
          <a:schemeClr val="dk2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5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6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2" name="Google Shape;602;p65"/>
          <p:cNvPicPr preferRelativeResize="0"/>
          <p:nvPr/>
        </p:nvPicPr>
        <p:blipFill rotWithShape="1">
          <a:blip r:embed="rId2">
            <a:alphaModFix amt="27000"/>
          </a:blip>
          <a:srcRect b="0" l="21476" r="0" t="0"/>
          <a:stretch/>
        </p:blipFill>
        <p:spPr>
          <a:xfrm flipH="1">
            <a:off x="7048002" y="1780300"/>
            <a:ext cx="2095998" cy="29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65"/>
          <p:cNvPicPr preferRelativeResize="0"/>
          <p:nvPr/>
        </p:nvPicPr>
        <p:blipFill rotWithShape="1">
          <a:blip r:embed="rId3">
            <a:alphaModFix/>
          </a:blip>
          <a:srcRect b="0" l="20792" r="0" t="10992"/>
          <a:stretch/>
        </p:blipFill>
        <p:spPr>
          <a:xfrm>
            <a:off x="0" y="0"/>
            <a:ext cx="1320175" cy="1615227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5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3">
  <p:cSld name="Quote - Violet_1_1_2_1_1">
    <p:bg>
      <p:bgPr>
        <a:solidFill>
          <a:schemeClr val="dk2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66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607" name="Google Shape;607;p66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66"/>
            <p:cNvPicPr preferRelativeResize="0"/>
            <p:nvPr/>
          </p:nvPicPr>
          <p:blipFill rotWithShape="1">
            <a:blip r:embed="rId3">
              <a:alphaModFix amt="72000"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9" name="Google Shape;609;p66"/>
            <p:cNvPicPr preferRelativeResize="0"/>
            <p:nvPr/>
          </p:nvPicPr>
          <p:blipFill rotWithShape="1">
            <a:blip r:embed="rId4">
              <a:alphaModFix amt="72000"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0" name="Google Shape;610;p66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6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66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4">
  <p:cSld name="Quote - Violet_1_1_2_1_1_1">
    <p:bg>
      <p:bgPr>
        <a:solidFill>
          <a:schemeClr val="dk2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7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6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6" name="Google Shape;616;p67"/>
          <p:cNvGrpSpPr/>
          <p:nvPr/>
        </p:nvGrpSpPr>
        <p:grpSpPr>
          <a:xfrm>
            <a:off x="4" y="1803975"/>
            <a:ext cx="9143996" cy="3339526"/>
            <a:chOff x="4" y="1803975"/>
            <a:chExt cx="9143996" cy="3339526"/>
          </a:xfrm>
        </p:grpSpPr>
        <p:pic>
          <p:nvPicPr>
            <p:cNvPr id="617" name="Google Shape;617;p67"/>
            <p:cNvPicPr preferRelativeResize="0"/>
            <p:nvPr/>
          </p:nvPicPr>
          <p:blipFill rotWithShape="1">
            <a:blip r:embed="rId2">
              <a:alphaModFix amt="57000"/>
            </a:blip>
            <a:srcRect b="34253" l="32605" r="0" t="0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67"/>
            <p:cNvPicPr preferRelativeResize="0"/>
            <p:nvPr/>
          </p:nvPicPr>
          <p:blipFill rotWithShape="1">
            <a:blip r:embed="rId3">
              <a:alphaModFix amt="57000"/>
            </a:blip>
            <a:srcRect b="34258" l="0" r="17498" t="0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9" name="Google Shape;619;p67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5">
  <p:cSld name="Quote - Violet_1_1_2_1_1_1_1">
    <p:bg>
      <p:bgPr>
        <a:solidFill>
          <a:schemeClr val="dk2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8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6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68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624" name="Google Shape;624;p68"/>
            <p:cNvPicPr preferRelativeResize="0"/>
            <p:nvPr/>
          </p:nvPicPr>
          <p:blipFill rotWithShape="1">
            <a:blip r:embed="rId2">
              <a:alphaModFix amt="58000"/>
            </a:blip>
            <a:srcRect b="10228" l="37919" r="0" t="24705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5" name="Google Shape;625;p68"/>
            <p:cNvPicPr preferRelativeResize="0"/>
            <p:nvPr/>
          </p:nvPicPr>
          <p:blipFill rotWithShape="1">
            <a:blip r:embed="rId3">
              <a:alphaModFix amt="58000"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6" name="Google Shape;626;p68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">
  <p:cSld name="Quote - Violet_1_1_1">
    <p:bg>
      <p:bgPr>
        <a:solidFill>
          <a:schemeClr val="dk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9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9" name="Google Shape;629;p69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6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9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32" name="Google Shape;632;p69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633" name="Google Shape;633;p69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69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5" name="Google Shape;635;p69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White">
  <p:cSld name="Quote - Violet_1_1_1_3">
    <p:bg>
      <p:bgPr>
        <a:solidFill>
          <a:schemeClr val="lt1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0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1" sz="4200" cap="none">
                <a:solidFill>
                  <a:schemeClr val="dk1"/>
                </a:solidFill>
              </a:defRPr>
            </a:lvl1pPr>
            <a:lvl2pPr indent="-3429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38" name="Google Shape;638;p70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639" name="Google Shape;639;p70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70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1" name="Google Shape;641;p70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b="1" sz="1600"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642" name="Google Shape;642;p70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7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70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 w/ Photo">
  <p:cSld name="Quote - Violet_1_1_1_2">
    <p:bg>
      <p:bgPr>
        <a:solidFill>
          <a:schemeClr val="dk2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1"/>
          <p:cNvSpPr txBox="1"/>
          <p:nvPr>
            <p:ph idx="1" type="body"/>
          </p:nvPr>
        </p:nvSpPr>
        <p:spPr>
          <a:xfrm>
            <a:off x="365750" y="1331975"/>
            <a:ext cx="60765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7" name="Google Shape;647;p71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7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1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0" name="Google Shape;650;p71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651" name="Google Shape;651;p71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71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3" name="Google Shape;653;p71"/>
          <p:cNvSpPr txBox="1"/>
          <p:nvPr>
            <p:ph idx="2" type="subTitle"/>
          </p:nvPr>
        </p:nvSpPr>
        <p:spPr>
          <a:xfrm>
            <a:off x="3017525" y="3999997"/>
            <a:ext cx="4206300" cy="68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2"/>
          <p:cNvSpPr/>
          <p:nvPr/>
        </p:nvSpPr>
        <p:spPr>
          <a:xfrm>
            <a:off x="0" y="1120200"/>
            <a:ext cx="9144000" cy="40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72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7" name="Google Shape;657;p72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7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0" name="Google Shape;660;p7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">
    <p:bg>
      <p:bgPr>
        <a:solidFill>
          <a:schemeClr val="accent1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3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73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73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2">
  <p:cSld name="Thank You_1">
    <p:bg>
      <p:bgPr>
        <a:solidFill>
          <a:schemeClr val="accent1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4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74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8" name="Google Shape;668;p74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9" name="Google Shape;669;p74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670" name="Google Shape;670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1" name="Google Shape;671;p74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2" name="Google Shape;672;p74"/>
            <p:cNvPicPr preferRelativeResize="0"/>
            <p:nvPr/>
          </p:nvPicPr>
          <p:blipFill rotWithShape="1">
            <a:blip r:embed="rId4">
              <a:alphaModFix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1">
  <p:cSld name="Multi-use layout_3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5"/>
          <p:cNvSpPr txBox="1"/>
          <p:nvPr>
            <p:ph idx="1" type="body"/>
          </p:nvPr>
        </p:nvSpPr>
        <p:spPr>
          <a:xfrm>
            <a:off x="345196" y="228600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5" name="Google Shape;675;p75"/>
          <p:cNvSpPr txBox="1"/>
          <p:nvPr>
            <p:ph idx="2" type="body"/>
          </p:nvPr>
        </p:nvSpPr>
        <p:spPr>
          <a:xfrm>
            <a:off x="345196" y="592574"/>
            <a:ext cx="8453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6" name="Google Shape;676;p75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75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8" name="Google Shape;678;p75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_image">
  <p:cSld name="One Column Layout_image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7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76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i="0"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76"/>
          <p:cNvSpPr txBox="1"/>
          <p:nvPr>
            <p:ph idx="1" type="body"/>
          </p:nvPr>
        </p:nvSpPr>
        <p:spPr>
          <a:xfrm>
            <a:off x="4686300" y="1417298"/>
            <a:ext cx="4038600" cy="328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/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84" name="Google Shape;684;p76"/>
          <p:cNvSpPr txBox="1"/>
          <p:nvPr>
            <p:ph idx="2" type="body"/>
          </p:nvPr>
        </p:nvSpPr>
        <p:spPr>
          <a:xfrm>
            <a:off x="354559" y="1417638"/>
            <a:ext cx="40005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91450" spcFirstLastPara="1" rIns="45725" wrap="square" tIns="22850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/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85" name="Google Shape;685;p76"/>
          <p:cNvSpPr txBox="1"/>
          <p:nvPr>
            <p:ph type="title"/>
          </p:nvPr>
        </p:nvSpPr>
        <p:spPr>
          <a:xfrm>
            <a:off x="365760" y="274320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76"/>
          <p:cNvSpPr txBox="1"/>
          <p:nvPr>
            <p:ph idx="3" type="subTitle"/>
          </p:nvPr>
        </p:nvSpPr>
        <p:spPr>
          <a:xfrm>
            <a:off x="365760" y="655868"/>
            <a:ext cx="8344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687" name="Google Shape;687;p76"/>
          <p:cNvSpPr/>
          <p:nvPr/>
        </p:nvSpPr>
        <p:spPr>
          <a:xfrm>
            <a:off x="0" y="343806"/>
            <a:ext cx="137100" cy="3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twoColTx">
  <p:cSld name="TITLE_AND_TWO_COLUMNS">
    <p:bg>
      <p:bgPr>
        <a:solidFill>
          <a:schemeClr val="lt1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7"/>
          <p:cNvSpPr txBox="1"/>
          <p:nvPr>
            <p:ph type="title"/>
          </p:nvPr>
        </p:nvSpPr>
        <p:spPr>
          <a:xfrm>
            <a:off x="335250" y="111764"/>
            <a:ext cx="84735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90" name="Google Shape;690;p7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7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2023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77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2">
  <p:cSld name="Multi-use layout_4"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5" name="Google Shape;695;p7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78"/>
          <p:cNvSpPr txBox="1"/>
          <p:nvPr>
            <p:ph type="title"/>
          </p:nvPr>
        </p:nvSpPr>
        <p:spPr>
          <a:xfrm>
            <a:off x="367897" y="228600"/>
            <a:ext cx="8344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78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698" name="Google Shape;698;p78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7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4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7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Text Box Slide" type="tx">
  <p:cSld name="TITLE_AND_BODY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9"/>
          <p:cNvSpPr txBox="1"/>
          <p:nvPr>
            <p:ph idx="1" type="body"/>
          </p:nvPr>
        </p:nvSpPr>
        <p:spPr>
          <a:xfrm>
            <a:off x="433650" y="1152475"/>
            <a:ext cx="841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1pPr>
            <a:lvl2pPr indent="-311150" lvl="1" marL="9144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2pPr>
            <a:lvl3pPr indent="-311150" lvl="2" marL="13716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3pPr>
            <a:lvl4pPr indent="-311150" lvl="3" marL="18288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4pPr>
            <a:lvl5pPr indent="-311150" lvl="4" marL="22860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5pPr>
            <a:lvl6pPr indent="-311150" lvl="5" marL="27432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6pPr>
            <a:lvl7pPr indent="-311150" lvl="6" marL="32004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7pPr>
            <a:lvl8pPr indent="-311150" lvl="7" marL="365760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8pPr>
            <a:lvl9pPr indent="-311150" lvl="8" marL="4114800">
              <a:spcBef>
                <a:spcPts val="1000"/>
              </a:spcBef>
              <a:spcAft>
                <a:spcPts val="1000"/>
              </a:spcAft>
              <a:buClr>
                <a:srgbClr val="999999"/>
              </a:buClr>
              <a:buSzPts val="1300"/>
              <a:buChar char="•"/>
              <a:defRPr sz="13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703" name="Google Shape;703;p79"/>
          <p:cNvSpPr txBox="1"/>
          <p:nvPr>
            <p:ph idx="12" type="sldNum"/>
          </p:nvPr>
        </p:nvSpPr>
        <p:spPr>
          <a:xfrm>
            <a:off x="8472458" y="4663217"/>
            <a:ext cx="548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4" name="Google Shape;704;p79"/>
          <p:cNvSpPr/>
          <p:nvPr/>
        </p:nvSpPr>
        <p:spPr>
          <a:xfrm>
            <a:off x="3556061" y="4868510"/>
            <a:ext cx="203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99999"/>
                </a:solidFill>
                <a:highlight>
                  <a:schemeClr val="lt1"/>
                </a:highlight>
              </a:rPr>
              <a:t>Internal Use Only – Do Not Distribute</a:t>
            </a:r>
            <a:endParaRPr b="0" i="0" sz="600" u="none" cap="none" strike="noStrike">
              <a:solidFill>
                <a:srgbClr val="999999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7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7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7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79"/>
          <p:cNvSpPr txBox="1"/>
          <p:nvPr>
            <p:ph type="title"/>
          </p:nvPr>
        </p:nvSpPr>
        <p:spPr>
          <a:xfrm>
            <a:off x="446550" y="264625"/>
            <a:ext cx="81948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09" name="Google Shape;709;p79"/>
          <p:cNvSpPr txBox="1"/>
          <p:nvPr>
            <p:ph idx="2" type="subTitle"/>
          </p:nvPr>
        </p:nvSpPr>
        <p:spPr>
          <a:xfrm>
            <a:off x="457200" y="745425"/>
            <a:ext cx="6954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3">
          <p15:clr>
            <a:srgbClr val="FA7B17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2 1">
  <p:cSld name="Multi-use layout_4_1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0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2" name="Google Shape;712;p8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80"/>
          <p:cNvSpPr txBox="1"/>
          <p:nvPr>
            <p:ph type="title"/>
          </p:nvPr>
        </p:nvSpPr>
        <p:spPr>
          <a:xfrm>
            <a:off x="367897" y="228600"/>
            <a:ext cx="8344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14" name="Google Shape;714;p80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715" name="Google Shape;715;p80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80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4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8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2-Line Title 2">
  <p:cSld name="Multi-use layout w/ 2-Line Title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8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8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81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81"/>
          <p:cNvSpPr txBox="1"/>
          <p:nvPr>
            <p:ph type="title"/>
          </p:nvPr>
        </p:nvSpPr>
        <p:spPr>
          <a:xfrm>
            <a:off x="365760" y="274320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23" name="Google Shape;723;p81"/>
          <p:cNvSpPr txBox="1"/>
          <p:nvPr>
            <p:ph idx="1" type="subTitle"/>
          </p:nvPr>
        </p:nvSpPr>
        <p:spPr>
          <a:xfrm>
            <a:off x="365760" y="1017445"/>
            <a:ext cx="8344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/>
            </a:lvl1pPr>
            <a:lvl2pPr lvl="1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24" name="Google Shape;724;p81"/>
          <p:cNvSpPr/>
          <p:nvPr/>
        </p:nvSpPr>
        <p:spPr>
          <a:xfrm>
            <a:off x="0" y="343805"/>
            <a:ext cx="137100" cy="7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Layout w Titles">
  <p:cSld name="Three Column Layout w Titles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8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82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i="0"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82"/>
          <p:cNvSpPr txBox="1"/>
          <p:nvPr>
            <p:ph idx="1" type="body"/>
          </p:nvPr>
        </p:nvSpPr>
        <p:spPr>
          <a:xfrm>
            <a:off x="354558" y="1354041"/>
            <a:ext cx="25791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50" spcFirstLastPara="1" rIns="45725" wrap="square" tIns="2285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30" name="Google Shape;730;p82"/>
          <p:cNvSpPr txBox="1"/>
          <p:nvPr>
            <p:ph idx="2" type="body"/>
          </p:nvPr>
        </p:nvSpPr>
        <p:spPr>
          <a:xfrm>
            <a:off x="3178606" y="1355610"/>
            <a:ext cx="26841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50" spcFirstLastPara="1" rIns="45725" wrap="square" tIns="2285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31" name="Google Shape;731;p82"/>
          <p:cNvSpPr txBox="1"/>
          <p:nvPr>
            <p:ph idx="3" type="body"/>
          </p:nvPr>
        </p:nvSpPr>
        <p:spPr>
          <a:xfrm>
            <a:off x="6107841" y="1354041"/>
            <a:ext cx="26172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50" spcFirstLastPara="1" rIns="45725" wrap="square" tIns="2285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32" name="Google Shape;732;p82"/>
          <p:cNvSpPr txBox="1"/>
          <p:nvPr>
            <p:ph idx="4" type="body"/>
          </p:nvPr>
        </p:nvSpPr>
        <p:spPr>
          <a:xfrm>
            <a:off x="354558" y="1764770"/>
            <a:ext cx="2579100" cy="29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91450" spcFirstLastPara="1" rIns="45725" wrap="square" tIns="22850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/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33" name="Google Shape;733;p82"/>
          <p:cNvSpPr txBox="1"/>
          <p:nvPr>
            <p:ph idx="5" type="body"/>
          </p:nvPr>
        </p:nvSpPr>
        <p:spPr>
          <a:xfrm>
            <a:off x="3178605" y="1764770"/>
            <a:ext cx="2682300" cy="29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91450" spcFirstLastPara="1" rIns="45725" wrap="square" tIns="22850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/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34" name="Google Shape;734;p82"/>
          <p:cNvSpPr txBox="1"/>
          <p:nvPr>
            <p:ph idx="6" type="body"/>
          </p:nvPr>
        </p:nvSpPr>
        <p:spPr>
          <a:xfrm>
            <a:off x="6107843" y="1764430"/>
            <a:ext cx="2617200" cy="29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91450" spcFirstLastPara="1" rIns="45725" wrap="square" tIns="22850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/>
            </a:lvl1pPr>
            <a:lvl2pPr indent="-285750" lvl="1" marL="9144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35" name="Google Shape;735;p82"/>
          <p:cNvSpPr txBox="1"/>
          <p:nvPr>
            <p:ph type="title"/>
          </p:nvPr>
        </p:nvSpPr>
        <p:spPr>
          <a:xfrm>
            <a:off x="365760" y="274320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36" name="Google Shape;736;p82"/>
          <p:cNvSpPr txBox="1"/>
          <p:nvPr>
            <p:ph idx="7" type="subTitle"/>
          </p:nvPr>
        </p:nvSpPr>
        <p:spPr>
          <a:xfrm>
            <a:off x="365760" y="655868"/>
            <a:ext cx="8344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737" name="Google Shape;737;p82"/>
          <p:cNvSpPr/>
          <p:nvPr/>
        </p:nvSpPr>
        <p:spPr>
          <a:xfrm>
            <a:off x="0" y="343806"/>
            <a:ext cx="137100" cy="3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 1">
  <p:cSld name="Split Layout_1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8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" name="Google Shape;740;p83"/>
          <p:cNvSpPr/>
          <p:nvPr/>
        </p:nvSpPr>
        <p:spPr>
          <a:xfrm>
            <a:off x="6024563" y="257175"/>
            <a:ext cx="1488103" cy="159186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83"/>
          <p:cNvSpPr/>
          <p:nvPr/>
        </p:nvSpPr>
        <p:spPr>
          <a:xfrm>
            <a:off x="4574381" y="2416970"/>
            <a:ext cx="3186407" cy="2726531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83"/>
          <p:cNvSpPr/>
          <p:nvPr/>
        </p:nvSpPr>
        <p:spPr>
          <a:xfrm>
            <a:off x="7184151" y="634350"/>
            <a:ext cx="1959849" cy="2806348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83"/>
          <p:cNvSpPr/>
          <p:nvPr/>
        </p:nvSpPr>
        <p:spPr>
          <a:xfrm>
            <a:off x="6491288" y="2753536"/>
            <a:ext cx="1576390" cy="168630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49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8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83"/>
          <p:cNvSpPr txBox="1"/>
          <p:nvPr>
            <p:ph idx="1" type="body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indent="-342900" lvl="2" marL="1371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indent="-342900" lvl="3" marL="18288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indent="-342900" lvl="4" marL="22860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indent="-342900" lvl="5" marL="27432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indent="-342900" lvl="6" marL="3200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indent="-342900" lvl="7" marL="3657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indent="-342900" lvl="8" marL="411480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746" name="Google Shape;746;p83"/>
          <p:cNvSpPr txBox="1"/>
          <p:nvPr>
            <p:ph type="title"/>
          </p:nvPr>
        </p:nvSpPr>
        <p:spPr>
          <a:xfrm>
            <a:off x="365755" y="228600"/>
            <a:ext cx="3978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47" name="Google Shape;747;p8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8" name="Google Shape;748;p8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8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0" name="Google Shape;750;p83"/>
          <p:cNvPicPr preferRelativeResize="0"/>
          <p:nvPr/>
        </p:nvPicPr>
        <p:blipFill rotWithShape="1">
          <a:blip r:embed="rId2">
            <a:alphaModFix/>
          </a:blip>
          <a:srcRect b="9584" l="13584" r="0" t="0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83"/>
          <p:cNvSpPr/>
          <p:nvPr/>
        </p:nvSpPr>
        <p:spPr>
          <a:xfrm>
            <a:off x="8067676" y="228601"/>
            <a:ext cx="1077917" cy="1543491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3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83"/>
          <p:cNvSpPr txBox="1"/>
          <p:nvPr>
            <p:ph idx="2" type="body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3" name="Google Shape;753;p8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3 1">
  <p:cSld name="Multi-use layout_5_3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8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8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84"/>
          <p:cNvSpPr txBox="1"/>
          <p:nvPr>
            <p:ph type="title"/>
          </p:nvPr>
        </p:nvSpPr>
        <p:spPr>
          <a:xfrm>
            <a:off x="367897" y="228600"/>
            <a:ext cx="8344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84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759" name="Google Shape;759;p84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8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5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8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 Story">
  <p:cSld name="CUSTOM_1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5"/>
          <p:cNvSpPr/>
          <p:nvPr/>
        </p:nvSpPr>
        <p:spPr>
          <a:xfrm>
            <a:off x="110850" y="126800"/>
            <a:ext cx="2086800" cy="83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85"/>
          <p:cNvSpPr/>
          <p:nvPr/>
        </p:nvSpPr>
        <p:spPr>
          <a:xfrm>
            <a:off x="-9175" y="0"/>
            <a:ext cx="2471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5" name="Google Shape;765;p85"/>
          <p:cNvPicPr preferRelativeResize="0"/>
          <p:nvPr/>
        </p:nvPicPr>
        <p:blipFill rotWithShape="1">
          <a:blip r:embed="rId2">
            <a:alphaModFix/>
          </a:blip>
          <a:srcRect b="37532" l="31406" r="32056" t="35443"/>
          <a:stretch/>
        </p:blipFill>
        <p:spPr>
          <a:xfrm>
            <a:off x="7917475" y="229790"/>
            <a:ext cx="998356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08" y="456695"/>
            <a:ext cx="1385426" cy="35827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85"/>
          <p:cNvSpPr/>
          <p:nvPr/>
        </p:nvSpPr>
        <p:spPr>
          <a:xfrm>
            <a:off x="237525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85"/>
          <p:cNvSpPr/>
          <p:nvPr/>
        </p:nvSpPr>
        <p:spPr>
          <a:xfrm>
            <a:off x="110850" y="-432150"/>
            <a:ext cx="2086800" cy="1389900"/>
          </a:xfrm>
          <a:prstGeom prst="roundRect">
            <a:avLst>
              <a:gd fmla="val 3369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85"/>
          <p:cNvSpPr/>
          <p:nvPr/>
        </p:nvSpPr>
        <p:spPr>
          <a:xfrm>
            <a:off x="-9050" y="-528950"/>
            <a:ext cx="2471700" cy="5097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85"/>
          <p:cNvSpPr/>
          <p:nvPr/>
        </p:nvSpPr>
        <p:spPr>
          <a:xfrm>
            <a:off x="2689375" y="1177575"/>
            <a:ext cx="205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        PROBLEM</a:t>
            </a:r>
            <a:endParaRPr b="1" sz="1500">
              <a:solidFill>
                <a:schemeClr val="dk2"/>
              </a:solidFill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</a:endParaRPr>
          </a:p>
        </p:txBody>
      </p:sp>
      <p:sp>
        <p:nvSpPr>
          <p:cNvPr id="771" name="Google Shape;771;p85"/>
          <p:cNvSpPr/>
          <p:nvPr/>
        </p:nvSpPr>
        <p:spPr>
          <a:xfrm>
            <a:off x="4853875" y="1177575"/>
            <a:ext cx="205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        SOLUTION</a:t>
            </a:r>
            <a:endParaRPr b="1" sz="1500">
              <a:solidFill>
                <a:schemeClr val="dk2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</a:endParaRPr>
          </a:p>
        </p:txBody>
      </p:sp>
      <p:sp>
        <p:nvSpPr>
          <p:cNvPr id="772" name="Google Shape;772;p85"/>
          <p:cNvSpPr/>
          <p:nvPr/>
        </p:nvSpPr>
        <p:spPr>
          <a:xfrm>
            <a:off x="7018375" y="1177575"/>
            <a:ext cx="205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        RESULTS</a:t>
            </a:r>
            <a:endParaRPr b="1" sz="1500">
              <a:solidFill>
                <a:schemeClr val="dk2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</a:endParaRPr>
          </a:p>
        </p:txBody>
      </p:sp>
      <p:grpSp>
        <p:nvGrpSpPr>
          <p:cNvPr id="773" name="Google Shape;773;p85"/>
          <p:cNvGrpSpPr/>
          <p:nvPr/>
        </p:nvGrpSpPr>
        <p:grpSpPr>
          <a:xfrm>
            <a:off x="4853868" y="1177564"/>
            <a:ext cx="330445" cy="330445"/>
            <a:chOff x="4124995" y="188535"/>
            <a:chExt cx="605100" cy="605100"/>
          </a:xfrm>
        </p:grpSpPr>
        <p:sp>
          <p:nvSpPr>
            <p:cNvPr id="774" name="Google Shape;774;p85"/>
            <p:cNvSpPr/>
            <p:nvPr/>
          </p:nvSpPr>
          <p:spPr>
            <a:xfrm>
              <a:off x="4124995" y="188535"/>
              <a:ext cx="605100" cy="605100"/>
            </a:xfrm>
            <a:prstGeom prst="ellipse">
              <a:avLst/>
            </a:prstGeom>
            <a:solidFill>
              <a:srgbClr val="28B5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85"/>
            <p:cNvSpPr/>
            <p:nvPr/>
          </p:nvSpPr>
          <p:spPr>
            <a:xfrm>
              <a:off x="4267781" y="317337"/>
              <a:ext cx="319565" cy="347532"/>
            </a:xfrm>
            <a:custGeom>
              <a:rect b="b" l="l" r="r" t="t"/>
              <a:pathLst>
                <a:path extrusionOk="0" h="8997" w="8273">
                  <a:moveTo>
                    <a:pt x="4202" y="0"/>
                  </a:moveTo>
                  <a:cubicBezTo>
                    <a:pt x="4015" y="0"/>
                    <a:pt x="3862" y="152"/>
                    <a:pt x="3862" y="339"/>
                  </a:cubicBezTo>
                  <a:lnTo>
                    <a:pt x="3862" y="1176"/>
                  </a:lnTo>
                  <a:cubicBezTo>
                    <a:pt x="3862" y="1364"/>
                    <a:pt x="4015" y="1516"/>
                    <a:pt x="4202" y="1516"/>
                  </a:cubicBezTo>
                  <a:cubicBezTo>
                    <a:pt x="4389" y="1516"/>
                    <a:pt x="4542" y="1364"/>
                    <a:pt x="4542" y="1176"/>
                  </a:cubicBezTo>
                  <a:lnTo>
                    <a:pt x="4542" y="339"/>
                  </a:lnTo>
                  <a:cubicBezTo>
                    <a:pt x="4542" y="152"/>
                    <a:pt x="4389" y="0"/>
                    <a:pt x="4202" y="0"/>
                  </a:cubicBezTo>
                  <a:close/>
                  <a:moveTo>
                    <a:pt x="1498" y="1063"/>
                  </a:moveTo>
                  <a:cubicBezTo>
                    <a:pt x="1411" y="1063"/>
                    <a:pt x="1325" y="1096"/>
                    <a:pt x="1258" y="1163"/>
                  </a:cubicBezTo>
                  <a:cubicBezTo>
                    <a:pt x="1124" y="1297"/>
                    <a:pt x="1124" y="1512"/>
                    <a:pt x="1258" y="1644"/>
                  </a:cubicBezTo>
                  <a:lnTo>
                    <a:pt x="1852" y="2237"/>
                  </a:lnTo>
                  <a:cubicBezTo>
                    <a:pt x="1917" y="2304"/>
                    <a:pt x="2005" y="2336"/>
                    <a:pt x="2092" y="2336"/>
                  </a:cubicBezTo>
                  <a:cubicBezTo>
                    <a:pt x="2177" y="2336"/>
                    <a:pt x="2265" y="2304"/>
                    <a:pt x="2331" y="2237"/>
                  </a:cubicBezTo>
                  <a:cubicBezTo>
                    <a:pt x="2465" y="2103"/>
                    <a:pt x="2465" y="1888"/>
                    <a:pt x="2331" y="1756"/>
                  </a:cubicBezTo>
                  <a:lnTo>
                    <a:pt x="1739" y="1163"/>
                  </a:lnTo>
                  <a:cubicBezTo>
                    <a:pt x="1672" y="1096"/>
                    <a:pt x="1585" y="1063"/>
                    <a:pt x="1498" y="1063"/>
                  </a:cubicBezTo>
                  <a:close/>
                  <a:moveTo>
                    <a:pt x="6869" y="1158"/>
                  </a:moveTo>
                  <a:cubicBezTo>
                    <a:pt x="6782" y="1158"/>
                    <a:pt x="6696" y="1191"/>
                    <a:pt x="6629" y="1258"/>
                  </a:cubicBezTo>
                  <a:lnTo>
                    <a:pt x="6036" y="1851"/>
                  </a:lnTo>
                  <a:cubicBezTo>
                    <a:pt x="5903" y="1984"/>
                    <a:pt x="5903" y="2200"/>
                    <a:pt x="6036" y="2332"/>
                  </a:cubicBezTo>
                  <a:cubicBezTo>
                    <a:pt x="6103" y="2399"/>
                    <a:pt x="6191" y="2430"/>
                    <a:pt x="6275" y="2431"/>
                  </a:cubicBezTo>
                  <a:cubicBezTo>
                    <a:pt x="6363" y="2431"/>
                    <a:pt x="6451" y="2399"/>
                    <a:pt x="6517" y="2332"/>
                  </a:cubicBezTo>
                  <a:lnTo>
                    <a:pt x="7108" y="1739"/>
                  </a:lnTo>
                  <a:cubicBezTo>
                    <a:pt x="7242" y="1606"/>
                    <a:pt x="7242" y="1390"/>
                    <a:pt x="7108" y="1258"/>
                  </a:cubicBezTo>
                  <a:cubicBezTo>
                    <a:pt x="7042" y="1191"/>
                    <a:pt x="6955" y="1158"/>
                    <a:pt x="6869" y="1158"/>
                  </a:cubicBezTo>
                  <a:close/>
                  <a:moveTo>
                    <a:pt x="340" y="3731"/>
                  </a:moveTo>
                  <a:cubicBezTo>
                    <a:pt x="151" y="3731"/>
                    <a:pt x="0" y="3884"/>
                    <a:pt x="0" y="4071"/>
                  </a:cubicBezTo>
                  <a:cubicBezTo>
                    <a:pt x="0" y="4258"/>
                    <a:pt x="151" y="4411"/>
                    <a:pt x="340" y="4411"/>
                  </a:cubicBezTo>
                  <a:lnTo>
                    <a:pt x="1176" y="4411"/>
                  </a:lnTo>
                  <a:cubicBezTo>
                    <a:pt x="1365" y="4411"/>
                    <a:pt x="1516" y="4258"/>
                    <a:pt x="1516" y="4071"/>
                  </a:cubicBezTo>
                  <a:cubicBezTo>
                    <a:pt x="1516" y="3884"/>
                    <a:pt x="1365" y="3731"/>
                    <a:pt x="1176" y="3731"/>
                  </a:cubicBezTo>
                  <a:close/>
                  <a:moveTo>
                    <a:pt x="7935" y="3864"/>
                  </a:moveTo>
                  <a:cubicBezTo>
                    <a:pt x="7934" y="3864"/>
                    <a:pt x="7933" y="3864"/>
                    <a:pt x="7933" y="3864"/>
                  </a:cubicBezTo>
                  <a:lnTo>
                    <a:pt x="7097" y="3864"/>
                  </a:lnTo>
                  <a:cubicBezTo>
                    <a:pt x="6908" y="3864"/>
                    <a:pt x="6756" y="4016"/>
                    <a:pt x="6756" y="4204"/>
                  </a:cubicBezTo>
                  <a:cubicBezTo>
                    <a:pt x="6756" y="4391"/>
                    <a:pt x="6908" y="4544"/>
                    <a:pt x="7097" y="4544"/>
                  </a:cubicBezTo>
                  <a:lnTo>
                    <a:pt x="7933" y="4544"/>
                  </a:lnTo>
                  <a:cubicBezTo>
                    <a:pt x="8121" y="4544"/>
                    <a:pt x="8273" y="4391"/>
                    <a:pt x="8273" y="4204"/>
                  </a:cubicBezTo>
                  <a:cubicBezTo>
                    <a:pt x="8273" y="4015"/>
                    <a:pt x="8124" y="3864"/>
                    <a:pt x="7935" y="3864"/>
                  </a:cubicBezTo>
                  <a:close/>
                  <a:moveTo>
                    <a:pt x="4142" y="2342"/>
                  </a:moveTo>
                  <a:cubicBezTo>
                    <a:pt x="5111" y="2342"/>
                    <a:pt x="5903" y="3129"/>
                    <a:pt x="5903" y="4094"/>
                  </a:cubicBezTo>
                  <a:cubicBezTo>
                    <a:pt x="5904" y="4697"/>
                    <a:pt x="5653" y="5201"/>
                    <a:pt x="5199" y="5511"/>
                  </a:cubicBezTo>
                  <a:cubicBezTo>
                    <a:pt x="5116" y="5569"/>
                    <a:pt x="5062" y="5660"/>
                    <a:pt x="5052" y="5762"/>
                  </a:cubicBezTo>
                  <a:lnTo>
                    <a:pt x="3215" y="5762"/>
                  </a:lnTo>
                  <a:cubicBezTo>
                    <a:pt x="3206" y="5661"/>
                    <a:pt x="3154" y="5569"/>
                    <a:pt x="3069" y="5511"/>
                  </a:cubicBezTo>
                  <a:cubicBezTo>
                    <a:pt x="2616" y="5202"/>
                    <a:pt x="2368" y="4700"/>
                    <a:pt x="2368" y="4094"/>
                  </a:cubicBezTo>
                  <a:cubicBezTo>
                    <a:pt x="2368" y="3128"/>
                    <a:pt x="3164" y="2342"/>
                    <a:pt x="4142" y="2342"/>
                  </a:cubicBezTo>
                  <a:close/>
                  <a:moveTo>
                    <a:pt x="5029" y="6196"/>
                  </a:moveTo>
                  <a:lnTo>
                    <a:pt x="4997" y="6816"/>
                  </a:lnTo>
                  <a:lnTo>
                    <a:pt x="3251" y="6524"/>
                  </a:lnTo>
                  <a:lnTo>
                    <a:pt x="3237" y="6196"/>
                  </a:lnTo>
                  <a:close/>
                  <a:moveTo>
                    <a:pt x="3268" y="6969"/>
                  </a:moveTo>
                  <a:lnTo>
                    <a:pt x="4975" y="7254"/>
                  </a:lnTo>
                  <a:lnTo>
                    <a:pt x="4958" y="7566"/>
                  </a:lnTo>
                  <a:lnTo>
                    <a:pt x="3292" y="7566"/>
                  </a:lnTo>
                  <a:lnTo>
                    <a:pt x="3268" y="6969"/>
                  </a:lnTo>
                  <a:close/>
                  <a:moveTo>
                    <a:pt x="4639" y="8245"/>
                  </a:moveTo>
                  <a:cubicBezTo>
                    <a:pt x="4547" y="8430"/>
                    <a:pt x="4358" y="8561"/>
                    <a:pt x="4137" y="8561"/>
                  </a:cubicBezTo>
                  <a:cubicBezTo>
                    <a:pt x="3916" y="8561"/>
                    <a:pt x="3727" y="8430"/>
                    <a:pt x="3634" y="8245"/>
                  </a:cubicBezTo>
                  <a:close/>
                  <a:moveTo>
                    <a:pt x="4143" y="1664"/>
                  </a:moveTo>
                  <a:cubicBezTo>
                    <a:pt x="2790" y="1664"/>
                    <a:pt x="1691" y="2755"/>
                    <a:pt x="1691" y="4094"/>
                  </a:cubicBezTo>
                  <a:cubicBezTo>
                    <a:pt x="1691" y="4856"/>
                    <a:pt x="2000" y="5529"/>
                    <a:pt x="2548" y="5967"/>
                  </a:cubicBezTo>
                  <a:lnTo>
                    <a:pt x="2627" y="7918"/>
                  </a:lnTo>
                  <a:cubicBezTo>
                    <a:pt x="2634" y="8101"/>
                    <a:pt x="2784" y="8245"/>
                    <a:pt x="2965" y="8245"/>
                  </a:cubicBezTo>
                  <a:lnTo>
                    <a:pt x="3176" y="8245"/>
                  </a:lnTo>
                  <a:cubicBezTo>
                    <a:pt x="3285" y="8675"/>
                    <a:pt x="3674" y="8996"/>
                    <a:pt x="4137" y="8996"/>
                  </a:cubicBezTo>
                  <a:cubicBezTo>
                    <a:pt x="4602" y="8996"/>
                    <a:pt x="4989" y="8675"/>
                    <a:pt x="5099" y="8245"/>
                  </a:cubicBezTo>
                  <a:lnTo>
                    <a:pt x="5280" y="8245"/>
                  </a:lnTo>
                  <a:cubicBezTo>
                    <a:pt x="5460" y="8245"/>
                    <a:pt x="5612" y="8104"/>
                    <a:pt x="5620" y="7923"/>
                  </a:cubicBezTo>
                  <a:lnTo>
                    <a:pt x="5723" y="5970"/>
                  </a:lnTo>
                  <a:cubicBezTo>
                    <a:pt x="6272" y="5529"/>
                    <a:pt x="6584" y="4856"/>
                    <a:pt x="6584" y="4094"/>
                  </a:cubicBezTo>
                  <a:cubicBezTo>
                    <a:pt x="6584" y="2752"/>
                    <a:pt x="5488" y="1664"/>
                    <a:pt x="4143" y="16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6" name="Google Shape;776;p85"/>
          <p:cNvGrpSpPr/>
          <p:nvPr/>
        </p:nvGrpSpPr>
        <p:grpSpPr>
          <a:xfrm>
            <a:off x="7018372" y="1177564"/>
            <a:ext cx="330445" cy="330445"/>
            <a:chOff x="5652137" y="188535"/>
            <a:chExt cx="605100" cy="605100"/>
          </a:xfrm>
        </p:grpSpPr>
        <p:sp>
          <p:nvSpPr>
            <p:cNvPr id="777" name="Google Shape;777;p85"/>
            <p:cNvSpPr/>
            <p:nvPr/>
          </p:nvSpPr>
          <p:spPr>
            <a:xfrm>
              <a:off x="5652137" y="188535"/>
              <a:ext cx="605100" cy="605100"/>
            </a:xfrm>
            <a:prstGeom prst="ellipse">
              <a:avLst/>
            </a:prstGeom>
            <a:solidFill>
              <a:srgbClr val="28B5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85"/>
            <p:cNvSpPr/>
            <p:nvPr/>
          </p:nvSpPr>
          <p:spPr>
            <a:xfrm>
              <a:off x="5819453" y="354399"/>
              <a:ext cx="283472" cy="234496"/>
            </a:xfrm>
            <a:custGeom>
              <a:rect b="b" l="l" r="r" t="t"/>
              <a:pathLst>
                <a:path extrusionOk="0" h="7565" w="9145">
                  <a:moveTo>
                    <a:pt x="2329" y="3686"/>
                  </a:moveTo>
                  <a:lnTo>
                    <a:pt x="2329" y="6861"/>
                  </a:lnTo>
                  <a:lnTo>
                    <a:pt x="707" y="6861"/>
                  </a:lnTo>
                  <a:lnTo>
                    <a:pt x="707" y="3686"/>
                  </a:lnTo>
                  <a:close/>
                  <a:moveTo>
                    <a:pt x="5477" y="455"/>
                  </a:moveTo>
                  <a:cubicBezTo>
                    <a:pt x="5515" y="455"/>
                    <a:pt x="5554" y="463"/>
                    <a:pt x="5591" y="479"/>
                  </a:cubicBezTo>
                  <a:cubicBezTo>
                    <a:pt x="5839" y="584"/>
                    <a:pt x="6154" y="1130"/>
                    <a:pt x="5775" y="2497"/>
                  </a:cubicBezTo>
                  <a:cubicBezTo>
                    <a:pt x="5758" y="2565"/>
                    <a:pt x="5769" y="2638"/>
                    <a:pt x="5813" y="2693"/>
                  </a:cubicBezTo>
                  <a:cubicBezTo>
                    <a:pt x="5856" y="2749"/>
                    <a:pt x="5922" y="2783"/>
                    <a:pt x="5992" y="2783"/>
                  </a:cubicBezTo>
                  <a:lnTo>
                    <a:pt x="8092" y="2783"/>
                  </a:lnTo>
                  <a:cubicBezTo>
                    <a:pt x="8601" y="2783"/>
                    <a:pt x="8692" y="2902"/>
                    <a:pt x="8692" y="3236"/>
                  </a:cubicBezTo>
                  <a:cubicBezTo>
                    <a:pt x="8692" y="3446"/>
                    <a:pt x="8655" y="3486"/>
                    <a:pt x="8653" y="3486"/>
                  </a:cubicBezTo>
                  <a:cubicBezTo>
                    <a:pt x="8653" y="3486"/>
                    <a:pt x="8635" y="3496"/>
                    <a:pt x="8583" y="3496"/>
                  </a:cubicBezTo>
                  <a:lnTo>
                    <a:pt x="7140" y="3496"/>
                  </a:lnTo>
                  <a:cubicBezTo>
                    <a:pt x="7015" y="3496"/>
                    <a:pt x="6913" y="3596"/>
                    <a:pt x="6913" y="3722"/>
                  </a:cubicBezTo>
                  <a:cubicBezTo>
                    <a:pt x="6913" y="3848"/>
                    <a:pt x="7014" y="3947"/>
                    <a:pt x="7140" y="3947"/>
                  </a:cubicBezTo>
                  <a:lnTo>
                    <a:pt x="8523" y="3947"/>
                  </a:lnTo>
                  <a:cubicBezTo>
                    <a:pt x="8597" y="3995"/>
                    <a:pt x="8650" y="4094"/>
                    <a:pt x="8664" y="4219"/>
                  </a:cubicBezTo>
                  <a:cubicBezTo>
                    <a:pt x="8677" y="4353"/>
                    <a:pt x="8635" y="4538"/>
                    <a:pt x="8499" y="4659"/>
                  </a:cubicBezTo>
                  <a:lnTo>
                    <a:pt x="7142" y="4659"/>
                  </a:lnTo>
                  <a:cubicBezTo>
                    <a:pt x="7017" y="4659"/>
                    <a:pt x="6916" y="4760"/>
                    <a:pt x="6916" y="4886"/>
                  </a:cubicBezTo>
                  <a:cubicBezTo>
                    <a:pt x="6916" y="5012"/>
                    <a:pt x="7015" y="5112"/>
                    <a:pt x="7142" y="5112"/>
                  </a:cubicBezTo>
                  <a:lnTo>
                    <a:pt x="8433" y="5112"/>
                  </a:lnTo>
                  <a:cubicBezTo>
                    <a:pt x="8465" y="5235"/>
                    <a:pt x="8468" y="5398"/>
                    <a:pt x="8410" y="5550"/>
                  </a:cubicBezTo>
                  <a:cubicBezTo>
                    <a:pt x="8358" y="5685"/>
                    <a:pt x="8270" y="5778"/>
                    <a:pt x="8151" y="5824"/>
                  </a:cubicBezTo>
                  <a:lnTo>
                    <a:pt x="7145" y="5824"/>
                  </a:lnTo>
                  <a:cubicBezTo>
                    <a:pt x="7020" y="5824"/>
                    <a:pt x="6917" y="5925"/>
                    <a:pt x="6917" y="6052"/>
                  </a:cubicBezTo>
                  <a:cubicBezTo>
                    <a:pt x="6917" y="6178"/>
                    <a:pt x="7017" y="6277"/>
                    <a:pt x="7145" y="6277"/>
                  </a:cubicBezTo>
                  <a:lnTo>
                    <a:pt x="7995" y="6277"/>
                  </a:lnTo>
                  <a:cubicBezTo>
                    <a:pt x="7989" y="6405"/>
                    <a:pt x="7949" y="6554"/>
                    <a:pt x="7850" y="6687"/>
                  </a:cubicBezTo>
                  <a:cubicBezTo>
                    <a:pt x="7743" y="6822"/>
                    <a:pt x="7540" y="6987"/>
                    <a:pt x="7162" y="6987"/>
                  </a:cubicBezTo>
                  <a:lnTo>
                    <a:pt x="3986" y="6987"/>
                  </a:lnTo>
                  <a:cubicBezTo>
                    <a:pt x="3939" y="6987"/>
                    <a:pt x="3820" y="6946"/>
                    <a:pt x="3723" y="6861"/>
                  </a:cubicBezTo>
                  <a:cubicBezTo>
                    <a:pt x="3532" y="6693"/>
                    <a:pt x="3288" y="6601"/>
                    <a:pt x="3034" y="6600"/>
                  </a:cubicBezTo>
                  <a:lnTo>
                    <a:pt x="3034" y="3928"/>
                  </a:lnTo>
                  <a:cubicBezTo>
                    <a:pt x="3297" y="3885"/>
                    <a:pt x="3538" y="3756"/>
                    <a:pt x="3717" y="3538"/>
                  </a:cubicBezTo>
                  <a:cubicBezTo>
                    <a:pt x="3731" y="3526"/>
                    <a:pt x="3747" y="3514"/>
                    <a:pt x="3762" y="3500"/>
                  </a:cubicBezTo>
                  <a:lnTo>
                    <a:pt x="3787" y="3481"/>
                  </a:lnTo>
                  <a:cubicBezTo>
                    <a:pt x="4461" y="2951"/>
                    <a:pt x="4890" y="2402"/>
                    <a:pt x="5098" y="1803"/>
                  </a:cubicBezTo>
                  <a:cubicBezTo>
                    <a:pt x="5107" y="1778"/>
                    <a:pt x="5121" y="1756"/>
                    <a:pt x="5135" y="1730"/>
                  </a:cubicBezTo>
                  <a:cubicBezTo>
                    <a:pt x="5180" y="1652"/>
                    <a:pt x="5233" y="1554"/>
                    <a:pt x="5233" y="1432"/>
                  </a:cubicBezTo>
                  <a:lnTo>
                    <a:pt x="5233" y="580"/>
                  </a:lnTo>
                  <a:cubicBezTo>
                    <a:pt x="5299" y="498"/>
                    <a:pt x="5387" y="455"/>
                    <a:pt x="5477" y="455"/>
                  </a:cubicBezTo>
                  <a:close/>
                  <a:moveTo>
                    <a:pt x="5476" y="1"/>
                  </a:moveTo>
                  <a:cubicBezTo>
                    <a:pt x="5216" y="1"/>
                    <a:pt x="4968" y="140"/>
                    <a:pt x="4816" y="389"/>
                  </a:cubicBezTo>
                  <a:cubicBezTo>
                    <a:pt x="4794" y="425"/>
                    <a:pt x="4782" y="467"/>
                    <a:pt x="4782" y="507"/>
                  </a:cubicBezTo>
                  <a:lnTo>
                    <a:pt x="4782" y="1425"/>
                  </a:lnTo>
                  <a:cubicBezTo>
                    <a:pt x="4779" y="1441"/>
                    <a:pt x="4757" y="1481"/>
                    <a:pt x="4742" y="1509"/>
                  </a:cubicBezTo>
                  <a:cubicBezTo>
                    <a:pt x="4715" y="1558"/>
                    <a:pt x="4690" y="1604"/>
                    <a:pt x="4674" y="1652"/>
                  </a:cubicBezTo>
                  <a:cubicBezTo>
                    <a:pt x="4492" y="2168"/>
                    <a:pt x="4112" y="2650"/>
                    <a:pt x="3489" y="3140"/>
                  </a:cubicBezTo>
                  <a:cubicBezTo>
                    <a:pt x="3451" y="3166"/>
                    <a:pt x="3405" y="3202"/>
                    <a:pt x="3370" y="3247"/>
                  </a:cubicBezTo>
                  <a:cubicBezTo>
                    <a:pt x="3279" y="3358"/>
                    <a:pt x="3162" y="3431"/>
                    <a:pt x="3034" y="3468"/>
                  </a:cubicBezTo>
                  <a:lnTo>
                    <a:pt x="3034" y="3333"/>
                  </a:lnTo>
                  <a:cubicBezTo>
                    <a:pt x="3034" y="3137"/>
                    <a:pt x="2877" y="2979"/>
                    <a:pt x="2681" y="2979"/>
                  </a:cubicBezTo>
                  <a:lnTo>
                    <a:pt x="354" y="2979"/>
                  </a:lnTo>
                  <a:cubicBezTo>
                    <a:pt x="159" y="2979"/>
                    <a:pt x="0" y="3137"/>
                    <a:pt x="0" y="3333"/>
                  </a:cubicBezTo>
                  <a:lnTo>
                    <a:pt x="0" y="7211"/>
                  </a:lnTo>
                  <a:cubicBezTo>
                    <a:pt x="0" y="7406"/>
                    <a:pt x="159" y="7565"/>
                    <a:pt x="354" y="7565"/>
                  </a:cubicBezTo>
                  <a:lnTo>
                    <a:pt x="2681" y="7565"/>
                  </a:lnTo>
                  <a:cubicBezTo>
                    <a:pt x="2877" y="7565"/>
                    <a:pt x="3034" y="7406"/>
                    <a:pt x="3034" y="7211"/>
                  </a:cubicBezTo>
                  <a:lnTo>
                    <a:pt x="3034" y="7049"/>
                  </a:lnTo>
                  <a:cubicBezTo>
                    <a:pt x="3177" y="7052"/>
                    <a:pt x="3316" y="7104"/>
                    <a:pt x="3423" y="7198"/>
                  </a:cubicBezTo>
                  <a:cubicBezTo>
                    <a:pt x="3587" y="7344"/>
                    <a:pt x="3808" y="7439"/>
                    <a:pt x="3986" y="7439"/>
                  </a:cubicBezTo>
                  <a:lnTo>
                    <a:pt x="7162" y="7439"/>
                  </a:lnTo>
                  <a:cubicBezTo>
                    <a:pt x="7600" y="7439"/>
                    <a:pt x="7972" y="7268"/>
                    <a:pt x="8205" y="6957"/>
                  </a:cubicBezTo>
                  <a:cubicBezTo>
                    <a:pt x="8367" y="6744"/>
                    <a:pt x="8450" y="6475"/>
                    <a:pt x="8445" y="6222"/>
                  </a:cubicBezTo>
                  <a:cubicBezTo>
                    <a:pt x="8475" y="6199"/>
                    <a:pt x="8500" y="6169"/>
                    <a:pt x="8514" y="6132"/>
                  </a:cubicBezTo>
                  <a:cubicBezTo>
                    <a:pt x="8653" y="6028"/>
                    <a:pt x="8762" y="5887"/>
                    <a:pt x="8828" y="5710"/>
                  </a:cubicBezTo>
                  <a:cubicBezTo>
                    <a:pt x="8913" y="5490"/>
                    <a:pt x="8922" y="5238"/>
                    <a:pt x="8870" y="5020"/>
                  </a:cubicBezTo>
                  <a:cubicBezTo>
                    <a:pt x="8898" y="4982"/>
                    <a:pt x="8918" y="4938"/>
                    <a:pt x="8918" y="4886"/>
                  </a:cubicBezTo>
                  <a:cubicBezTo>
                    <a:pt x="8918" y="4880"/>
                    <a:pt x="8916" y="4877"/>
                    <a:pt x="8916" y="4873"/>
                  </a:cubicBezTo>
                  <a:cubicBezTo>
                    <a:pt x="9063" y="4681"/>
                    <a:pt x="9139" y="4436"/>
                    <a:pt x="9115" y="4176"/>
                  </a:cubicBezTo>
                  <a:cubicBezTo>
                    <a:pt x="9100" y="4031"/>
                    <a:pt x="9057" y="3898"/>
                    <a:pt x="8990" y="3789"/>
                  </a:cubicBezTo>
                  <a:cubicBezTo>
                    <a:pt x="9145" y="3616"/>
                    <a:pt x="9145" y="3349"/>
                    <a:pt x="9145" y="3233"/>
                  </a:cubicBezTo>
                  <a:cubicBezTo>
                    <a:pt x="9145" y="2330"/>
                    <a:pt x="8381" y="2330"/>
                    <a:pt x="8093" y="2330"/>
                  </a:cubicBezTo>
                  <a:lnTo>
                    <a:pt x="6285" y="2330"/>
                  </a:lnTo>
                  <a:cubicBezTo>
                    <a:pt x="6594" y="964"/>
                    <a:pt x="6236" y="263"/>
                    <a:pt x="5772" y="63"/>
                  </a:cubicBezTo>
                  <a:cubicBezTo>
                    <a:pt x="5675" y="21"/>
                    <a:pt x="5575" y="1"/>
                    <a:pt x="5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9" name="Google Shape;779;p85"/>
          <p:cNvGrpSpPr/>
          <p:nvPr/>
        </p:nvGrpSpPr>
        <p:grpSpPr>
          <a:xfrm>
            <a:off x="2689364" y="1177564"/>
            <a:ext cx="330445" cy="330445"/>
            <a:chOff x="2674555" y="825408"/>
            <a:chExt cx="605100" cy="605100"/>
          </a:xfrm>
        </p:grpSpPr>
        <p:sp>
          <p:nvSpPr>
            <p:cNvPr id="780" name="Google Shape;780;p85"/>
            <p:cNvSpPr/>
            <p:nvPr/>
          </p:nvSpPr>
          <p:spPr>
            <a:xfrm>
              <a:off x="2674555" y="825408"/>
              <a:ext cx="605100" cy="605100"/>
            </a:xfrm>
            <a:prstGeom prst="ellipse">
              <a:avLst/>
            </a:prstGeom>
            <a:solidFill>
              <a:srgbClr val="28B5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85"/>
            <p:cNvSpPr/>
            <p:nvPr/>
          </p:nvSpPr>
          <p:spPr>
            <a:xfrm>
              <a:off x="2852937" y="1000063"/>
              <a:ext cx="292892" cy="289868"/>
            </a:xfrm>
            <a:custGeom>
              <a:rect b="b" l="l" r="r" t="t"/>
              <a:pathLst>
                <a:path extrusionOk="0" h="286289" w="285053">
                  <a:moveTo>
                    <a:pt x="180518" y="31124"/>
                  </a:moveTo>
                  <a:cubicBezTo>
                    <a:pt x="139453" y="-10195"/>
                    <a:pt x="72667" y="-10400"/>
                    <a:pt x="31348" y="30665"/>
                  </a:cubicBezTo>
                  <a:cubicBezTo>
                    <a:pt x="31195" y="30817"/>
                    <a:pt x="31041" y="30971"/>
                    <a:pt x="30889" y="31124"/>
                  </a:cubicBezTo>
                  <a:cubicBezTo>
                    <a:pt x="-10296" y="72643"/>
                    <a:pt x="-10296" y="139604"/>
                    <a:pt x="30889" y="181123"/>
                  </a:cubicBezTo>
                  <a:cubicBezTo>
                    <a:pt x="62164" y="212669"/>
                    <a:pt x="109885" y="221171"/>
                    <a:pt x="150130" y="202367"/>
                  </a:cubicBezTo>
                  <a:lnTo>
                    <a:pt x="154287" y="206523"/>
                  </a:lnTo>
                  <a:lnTo>
                    <a:pt x="223282" y="275796"/>
                  </a:lnTo>
                  <a:cubicBezTo>
                    <a:pt x="237176" y="289747"/>
                    <a:pt x="259751" y="289793"/>
                    <a:pt x="273703" y="275898"/>
                  </a:cubicBezTo>
                  <a:cubicBezTo>
                    <a:pt x="273737" y="275864"/>
                    <a:pt x="273771" y="275830"/>
                    <a:pt x="273805" y="275796"/>
                  </a:cubicBezTo>
                  <a:lnTo>
                    <a:pt x="274636" y="274872"/>
                  </a:lnTo>
                  <a:cubicBezTo>
                    <a:pt x="288526" y="260895"/>
                    <a:pt x="288526" y="238326"/>
                    <a:pt x="274636" y="224349"/>
                  </a:cubicBezTo>
                  <a:lnTo>
                    <a:pt x="205641" y="155076"/>
                  </a:lnTo>
                  <a:lnTo>
                    <a:pt x="201392" y="150828"/>
                  </a:lnTo>
                  <a:cubicBezTo>
                    <a:pt x="220141" y="110486"/>
                    <a:pt x="211815" y="62739"/>
                    <a:pt x="180518" y="31124"/>
                  </a:cubicBezTo>
                  <a:close/>
                  <a:moveTo>
                    <a:pt x="105703" y="189436"/>
                  </a:moveTo>
                  <a:cubicBezTo>
                    <a:pt x="83680" y="189473"/>
                    <a:pt x="62558" y="180692"/>
                    <a:pt x="47052" y="165052"/>
                  </a:cubicBezTo>
                  <a:cubicBezTo>
                    <a:pt x="14747" y="132408"/>
                    <a:pt x="14747" y="79839"/>
                    <a:pt x="47052" y="47196"/>
                  </a:cubicBezTo>
                  <a:cubicBezTo>
                    <a:pt x="79486" y="14904"/>
                    <a:pt x="131921" y="14904"/>
                    <a:pt x="164354" y="47196"/>
                  </a:cubicBezTo>
                  <a:lnTo>
                    <a:pt x="164354" y="47196"/>
                  </a:lnTo>
                  <a:cubicBezTo>
                    <a:pt x="196660" y="79839"/>
                    <a:pt x="196660" y="132408"/>
                    <a:pt x="164354" y="165052"/>
                  </a:cubicBezTo>
                  <a:cubicBezTo>
                    <a:pt x="148849" y="180692"/>
                    <a:pt x="127726" y="189473"/>
                    <a:pt x="105703" y="189436"/>
                  </a:cubicBezTo>
                  <a:close/>
                  <a:moveTo>
                    <a:pt x="258565" y="240605"/>
                  </a:moveTo>
                  <a:cubicBezTo>
                    <a:pt x="263666" y="245603"/>
                    <a:pt x="263749" y="253790"/>
                    <a:pt x="258752" y="258891"/>
                  </a:cubicBezTo>
                  <a:cubicBezTo>
                    <a:pt x="258690" y="258954"/>
                    <a:pt x="258628" y="259016"/>
                    <a:pt x="258565" y="259078"/>
                  </a:cubicBezTo>
                  <a:lnTo>
                    <a:pt x="257641" y="260001"/>
                  </a:lnTo>
                  <a:cubicBezTo>
                    <a:pt x="252717" y="265103"/>
                    <a:pt x="244589" y="265246"/>
                    <a:pt x="239487" y="260320"/>
                  </a:cubicBezTo>
                  <a:cubicBezTo>
                    <a:pt x="239379" y="260216"/>
                    <a:pt x="239273" y="260109"/>
                    <a:pt x="239169" y="260001"/>
                  </a:cubicBezTo>
                  <a:lnTo>
                    <a:pt x="170173" y="190729"/>
                  </a:lnTo>
                  <a:lnTo>
                    <a:pt x="180333" y="181492"/>
                  </a:lnTo>
                  <a:cubicBezTo>
                    <a:pt x="183196" y="178906"/>
                    <a:pt x="189569" y="171425"/>
                    <a:pt x="189569" y="1714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350"/>
                <a:buFont typeface="Arial"/>
                <a:buNone/>
              </a:pPr>
              <a:r>
                <a:t/>
              </a:r>
              <a:endParaRPr b="0" i="0" sz="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85"/>
            <p:cNvSpPr txBox="1"/>
            <p:nvPr/>
          </p:nvSpPr>
          <p:spPr>
            <a:xfrm>
              <a:off x="2890781" y="1003328"/>
              <a:ext cx="1401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sz="1500"/>
            </a:p>
          </p:txBody>
        </p:sp>
      </p:grpSp>
      <p:grpSp>
        <p:nvGrpSpPr>
          <p:cNvPr id="783" name="Google Shape;783;p85"/>
          <p:cNvGrpSpPr/>
          <p:nvPr/>
        </p:nvGrpSpPr>
        <p:grpSpPr>
          <a:xfrm>
            <a:off x="237510" y="1267288"/>
            <a:ext cx="330392" cy="240643"/>
            <a:chOff x="865451" y="2114550"/>
            <a:chExt cx="3399093" cy="2475755"/>
          </a:xfrm>
        </p:grpSpPr>
        <p:sp>
          <p:nvSpPr>
            <p:cNvPr id="784" name="Google Shape;784;p85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85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6" name="Google Shape;786;p85"/>
          <p:cNvSpPr txBox="1"/>
          <p:nvPr>
            <p:ph type="title"/>
          </p:nvPr>
        </p:nvSpPr>
        <p:spPr>
          <a:xfrm>
            <a:off x="2613600" y="152750"/>
            <a:ext cx="51213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1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85"/>
          <p:cNvSpPr/>
          <p:nvPr>
            <p:ph idx="2" type="pic"/>
          </p:nvPr>
        </p:nvSpPr>
        <p:spPr>
          <a:xfrm>
            <a:off x="461550" y="126800"/>
            <a:ext cx="1385400" cy="641100"/>
          </a:xfrm>
          <a:prstGeom prst="rect">
            <a:avLst/>
          </a:prstGeom>
          <a:noFill/>
          <a:ln>
            <a:noFill/>
          </a:ln>
        </p:spPr>
      </p:sp>
      <p:sp>
        <p:nvSpPr>
          <p:cNvPr id="788" name="Google Shape;788;p85"/>
          <p:cNvSpPr txBox="1"/>
          <p:nvPr>
            <p:ph idx="1" type="body"/>
          </p:nvPr>
        </p:nvSpPr>
        <p:spPr>
          <a:xfrm>
            <a:off x="2690425" y="1630891"/>
            <a:ext cx="2057400" cy="3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789" name="Google Shape;789;p85"/>
          <p:cNvSpPr txBox="1"/>
          <p:nvPr>
            <p:ph idx="3" type="body"/>
          </p:nvPr>
        </p:nvSpPr>
        <p:spPr>
          <a:xfrm>
            <a:off x="237525" y="1630900"/>
            <a:ext cx="2164800" cy="24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2pPr>
            <a:lvl3pPr indent="-4064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3pPr>
            <a:lvl4pPr indent="-4064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4pPr>
            <a:lvl5pPr indent="-4064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5pPr>
            <a:lvl6pPr indent="-4064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6pPr>
            <a:lvl7pPr indent="-4064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7pPr>
            <a:lvl8pPr indent="-4064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8pPr>
            <a:lvl9pPr indent="-4064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0" name="Google Shape;790;p85"/>
          <p:cNvSpPr txBox="1"/>
          <p:nvPr>
            <p:ph idx="4" type="body"/>
          </p:nvPr>
        </p:nvSpPr>
        <p:spPr>
          <a:xfrm>
            <a:off x="4854400" y="1630891"/>
            <a:ext cx="2057400" cy="3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791" name="Google Shape;791;p85"/>
          <p:cNvSpPr txBox="1"/>
          <p:nvPr>
            <p:ph idx="5" type="body"/>
          </p:nvPr>
        </p:nvSpPr>
        <p:spPr>
          <a:xfrm>
            <a:off x="7018375" y="1630891"/>
            <a:ext cx="2057400" cy="3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792" name="Google Shape;792;p85"/>
          <p:cNvSpPr txBox="1"/>
          <p:nvPr>
            <p:ph idx="6" type="body"/>
          </p:nvPr>
        </p:nvSpPr>
        <p:spPr>
          <a:xfrm>
            <a:off x="237500" y="4471650"/>
            <a:ext cx="1790100" cy="1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 1">
  <p:cSld name="Blank (footer only)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8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8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86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 Story 1">
  <p:cSld name="CUSTOM_1_1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87"/>
          <p:cNvSpPr/>
          <p:nvPr/>
        </p:nvSpPr>
        <p:spPr>
          <a:xfrm>
            <a:off x="110850" y="126800"/>
            <a:ext cx="2086800" cy="83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87"/>
          <p:cNvSpPr/>
          <p:nvPr/>
        </p:nvSpPr>
        <p:spPr>
          <a:xfrm>
            <a:off x="-9175" y="0"/>
            <a:ext cx="2471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0" name="Google Shape;800;p87"/>
          <p:cNvPicPr preferRelativeResize="0"/>
          <p:nvPr/>
        </p:nvPicPr>
        <p:blipFill rotWithShape="1">
          <a:blip r:embed="rId2">
            <a:alphaModFix/>
          </a:blip>
          <a:srcRect b="37532" l="31404" r="32058" t="35443"/>
          <a:stretch/>
        </p:blipFill>
        <p:spPr>
          <a:xfrm>
            <a:off x="7917475" y="229790"/>
            <a:ext cx="998356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108" y="456695"/>
            <a:ext cx="1385426" cy="35827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87"/>
          <p:cNvSpPr/>
          <p:nvPr/>
        </p:nvSpPr>
        <p:spPr>
          <a:xfrm>
            <a:off x="237525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87"/>
          <p:cNvSpPr/>
          <p:nvPr/>
        </p:nvSpPr>
        <p:spPr>
          <a:xfrm>
            <a:off x="110850" y="-432150"/>
            <a:ext cx="2086800" cy="1389900"/>
          </a:xfrm>
          <a:prstGeom prst="roundRect">
            <a:avLst>
              <a:gd fmla="val 3369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87"/>
          <p:cNvSpPr/>
          <p:nvPr/>
        </p:nvSpPr>
        <p:spPr>
          <a:xfrm>
            <a:off x="-9050" y="-528950"/>
            <a:ext cx="2471700" cy="5097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5" name="Google Shape;805;p87"/>
          <p:cNvGrpSpPr/>
          <p:nvPr/>
        </p:nvGrpSpPr>
        <p:grpSpPr>
          <a:xfrm>
            <a:off x="237510" y="1267288"/>
            <a:ext cx="330392" cy="240643"/>
            <a:chOff x="865451" y="2114550"/>
            <a:chExt cx="3399093" cy="2475755"/>
          </a:xfrm>
        </p:grpSpPr>
        <p:sp>
          <p:nvSpPr>
            <p:cNvPr id="806" name="Google Shape;806;p87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87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8" name="Google Shape;808;p87"/>
          <p:cNvSpPr txBox="1"/>
          <p:nvPr>
            <p:ph type="title"/>
          </p:nvPr>
        </p:nvSpPr>
        <p:spPr>
          <a:xfrm>
            <a:off x="2613600" y="152750"/>
            <a:ext cx="51213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21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809" name="Google Shape;809;p87"/>
          <p:cNvSpPr/>
          <p:nvPr>
            <p:ph idx="2" type="pic"/>
          </p:nvPr>
        </p:nvSpPr>
        <p:spPr>
          <a:xfrm>
            <a:off x="461550" y="126800"/>
            <a:ext cx="1385400" cy="641100"/>
          </a:xfrm>
          <a:prstGeom prst="rect">
            <a:avLst/>
          </a:prstGeom>
          <a:noFill/>
          <a:ln>
            <a:noFill/>
          </a:ln>
        </p:spPr>
      </p:sp>
      <p:sp>
        <p:nvSpPr>
          <p:cNvPr id="810" name="Google Shape;810;p87"/>
          <p:cNvSpPr txBox="1"/>
          <p:nvPr>
            <p:ph idx="1" type="body"/>
          </p:nvPr>
        </p:nvSpPr>
        <p:spPr>
          <a:xfrm>
            <a:off x="2690425" y="1630891"/>
            <a:ext cx="20574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811" name="Google Shape;811;p87"/>
          <p:cNvSpPr txBox="1"/>
          <p:nvPr>
            <p:ph idx="3" type="body"/>
          </p:nvPr>
        </p:nvSpPr>
        <p:spPr>
          <a:xfrm>
            <a:off x="237525" y="1630900"/>
            <a:ext cx="2164800" cy="24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2pPr>
            <a:lvl3pPr indent="-4064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3pPr>
            <a:lvl4pPr indent="-4064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4pPr>
            <a:lvl5pPr indent="-4064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5pPr>
            <a:lvl6pPr indent="-4064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6pPr>
            <a:lvl7pPr indent="-4064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7pPr>
            <a:lvl8pPr indent="-4064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8pPr>
            <a:lvl9pPr indent="-4064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2800"/>
              <a:buChar char="•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2" name="Google Shape;812;p87"/>
          <p:cNvSpPr txBox="1"/>
          <p:nvPr>
            <p:ph idx="4" type="body"/>
          </p:nvPr>
        </p:nvSpPr>
        <p:spPr>
          <a:xfrm>
            <a:off x="4854400" y="1630891"/>
            <a:ext cx="20574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813" name="Google Shape;813;p87"/>
          <p:cNvSpPr txBox="1"/>
          <p:nvPr>
            <p:ph idx="5" type="body"/>
          </p:nvPr>
        </p:nvSpPr>
        <p:spPr>
          <a:xfrm>
            <a:off x="7018375" y="1630891"/>
            <a:ext cx="20574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2pPr>
            <a:lvl3pPr indent="-2921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3pPr>
            <a:lvl4pPr indent="-2921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5pPr>
            <a:lvl6pPr indent="-2921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222222"/>
                </a:solidFill>
              </a:defRPr>
            </a:lvl6pPr>
            <a:lvl7pPr indent="-2921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7pPr>
            <a:lvl8pPr indent="-2921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8pPr>
            <a:lvl9pPr indent="-2921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814" name="Google Shape;814;p87"/>
          <p:cNvSpPr txBox="1"/>
          <p:nvPr>
            <p:ph idx="6" type="body"/>
          </p:nvPr>
        </p:nvSpPr>
        <p:spPr>
          <a:xfrm>
            <a:off x="237500" y="4471650"/>
            <a:ext cx="1790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000">
                <a:solidFill>
                  <a:schemeClr val="dk2"/>
                </a:solidFill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000">
                <a:solidFill>
                  <a:schemeClr val="dk2"/>
                </a:solidFill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 2">
  <p:cSld name="Blank (footer only)_1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8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8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63.xml"/><Relationship Id="rId42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65.xml"/><Relationship Id="rId44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64.xml"/><Relationship Id="rId43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66.xml"/><Relationship Id="rId45" Type="http://schemas.openxmlformats.org/officeDocument/2006/relationships/theme" Target="../theme/theme3.xml"/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0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72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54.xml"/><Relationship Id="rId33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3.xml"/><Relationship Id="rId32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55.xml"/><Relationship Id="rId34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57.xml"/><Relationship Id="rId36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60.xml"/><Relationship Id="rId39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2pPr>
            <a:lvl3pPr lvl="2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3pPr>
            <a:lvl4pPr lvl="3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4pPr>
            <a:lvl5pPr lvl="4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5pPr>
            <a:lvl6pPr lvl="5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6pPr>
            <a:lvl7pPr lvl="6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7pPr>
            <a:lvl8pPr lvl="7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8pPr>
            <a:lvl9pPr lvl="8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b="1"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37300" y="-655600"/>
            <a:ext cx="53067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>SNOWFLAKE GSLIDES THEME 2025.01</a:t>
            </a:r>
            <a:endParaRPr sz="800">
              <a:solidFill>
                <a:srgbClr val="C8C8C8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5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2pPr>
            <a:lvl3pPr lvl="2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3pPr>
            <a:lvl4pPr lvl="3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4pPr>
            <a:lvl5pPr lvl="4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5pPr>
            <a:lvl6pPr lvl="5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6pPr>
            <a:lvl7pPr lvl="6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7pPr>
            <a:lvl8pPr lvl="7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8pPr>
            <a:lvl9pPr lvl="8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b="1" sz="1800"/>
            </a:lvl9pPr>
          </a:lstStyle>
          <a:p/>
        </p:txBody>
      </p:sp>
      <p:sp>
        <p:nvSpPr>
          <p:cNvPr id="414" name="Google Shape;414;p45"/>
          <p:cNvSpPr txBox="1"/>
          <p:nvPr>
            <p:ph idx="1" type="body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15" name="Google Shape;415;p4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45"/>
          <p:cNvSpPr txBox="1"/>
          <p:nvPr/>
        </p:nvSpPr>
        <p:spPr>
          <a:xfrm>
            <a:off x="3837300" y="-655600"/>
            <a:ext cx="53067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>SNOWFLAKE GSLIDES THEME 2025.01</a:t>
            </a:r>
            <a:endParaRPr sz="800">
              <a:solidFill>
                <a:srgbClr val="C8C8C8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1" r:id="rId31"/>
    <p:sldLayoutId id="2147483722" r:id="rId32"/>
    <p:sldLayoutId id="2147483723" r:id="rId33"/>
    <p:sldLayoutId id="2147483724" r:id="rId34"/>
    <p:sldLayoutId id="2147483725" r:id="rId35"/>
    <p:sldLayoutId id="2147483726" r:id="rId36"/>
    <p:sldLayoutId id="2147483727" r:id="rId37"/>
    <p:sldLayoutId id="2147483728" r:id="rId38"/>
    <p:sldLayoutId id="2147483729" r:id="rId39"/>
    <p:sldLayoutId id="2147483730" r:id="rId40"/>
    <p:sldLayoutId id="2147483731" r:id="rId41"/>
    <p:sldLayoutId id="2147483732" r:id="rId42"/>
    <p:sldLayoutId id="2147483733" r:id="rId43"/>
    <p:sldLayoutId id="2147483734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text currently is a bit blurry - try to sharpen it" id="824" name="Google Shape;82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nowflake 2025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nowflake 2025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